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4316" autoAdjust="0"/>
    <p:restoredTop sz="99538" autoAdjust="0"/>
  </p:normalViewPr>
  <p:slideViewPr>
    <p:cSldViewPr snapToGrid="0">
      <p:cViewPr varScale="1">
        <p:scale>
          <a:sx n="87" d="100"/>
          <a:sy n="87" d="100"/>
        </p:scale>
        <p:origin x="84" y="1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BF46C-9978-4D49-AE26-DB8053400F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2A302C-36F3-433F-9024-AD1D6729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2FED83-EA4C-4F99-BEF0-0E6C12FDB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299EBF-34A4-4228-8E9D-3AFB170C3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73B138-4F44-41CC-A667-F60159CEA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02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802AF0-D14B-4418-9906-13F2E6F16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96ACA5-DB07-462A-873B-062BBC6C3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C4442E-A9CB-4023-A4D5-9781A2E6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E86E8D-AD67-49AE-8157-AD62A8CAB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C96F4B3-31E2-4AB7-B5FB-97BB77DE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65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554502-1967-406A-87F0-F4FBF4AE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7EFE8C-E76D-46CA-AF42-F4060A1C4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6A8A38-BC3D-4AAE-8F5F-2F5CE338C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9A9E36-C533-48C4-ACDC-8350FBD7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2EDB5D-4115-425E-A1EB-4D6DAE67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14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2F7AC-3F0A-4CF8-9BBD-6355B96D2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1CED49-D1CA-44B3-99C5-FBEFE4D41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BCDCAC-D7AA-4584-9534-B7896A23E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49B036E-832C-46E5-88F3-EC8078D5F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7CAA90-C876-4FE4-AEAB-4BB4EC4A3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88029F-8FB3-4476-8485-D4CC3890D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435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C5867-6BAD-4BF3-9321-01CF747D6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16ADB8-557E-466D-84F9-B3A1941C98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BB5F73-DB60-4446-B046-03BD79A9D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7F02AA-5E5D-434F-A712-A4946867FD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7829DEC-7439-4F4B-8BCF-3D51C56B75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49DC834-AA19-4DBB-AC6E-166D724B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F689D1-212A-4A2F-90A9-46CDF5380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FC769FD-393C-4AF3-93B7-CEE06B84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86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A95BB-C7E0-45F3-B6AC-5157F8B9C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B8A05E2-A480-4193-A942-F94FA8DF1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F2E7A21-739F-40D1-85AE-24C30F66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E204B6A-3BD1-4424-BCE2-0EFD332DC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83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2F7092-0E02-4161-BE87-5B35C34C3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F74D026-E01A-44C7-92B5-DEE8306EC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71C6A8-97B3-464E-ABBD-002390396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111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CFB54-4A86-4F86-BA31-C7B0109CE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23E223-63CC-4A01-963D-53E30ED9F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360EB4-49E6-498D-9C04-16741F5F0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C11C86-E889-4901-8CE9-055229F7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E7C241-6E8E-43DE-A049-77842CF74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3FB6AF-8ACA-4631-B415-DA3A6D98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37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E84AA6-6115-4D17-896A-2744843DD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D3C7A1D-CA0C-46E7-99B2-4A4BEF32D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BC4FD8-861A-4083-804F-1DEA38B84D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C8FE20-A6AD-4E0A-94E3-152B8F8D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B60E55-25F2-4FAF-8F13-BC2ED88A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D078CB-DF67-47EB-9270-C86D3989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5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116E5-8675-4291-BC61-C5B10EE6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32299A-D43D-47F7-8A42-57CA91B601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607E63-F113-4B8E-B773-5F0D2256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298EC-FF63-4BF4-A752-D247E9CF9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985A33-C894-463A-AD50-23571E2D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63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DA123E4-39A5-40B4-B617-8BDEE68E9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5FB38D-4615-4722-ACE7-0999F8470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0367EB-B7D6-4FC6-9144-E0E767790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15E75A-1143-4796-A197-3DB7E419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C55278-467A-4294-B4C0-50BEDA2B4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41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B9865-4FA2-428B-A1AE-1B85CAB1D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D202796-3E0D-4A2B-9BE2-3B6182293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EB6AE0-0082-4E5A-A203-299AB0EC7B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E69A4-5B41-4B60-8EB1-9EF5B773E5D7}" type="datetimeFigureOut">
              <a:rPr lang="ru-RU" smtClean="0"/>
              <a:t>24.12.2024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32D3AA-1AA5-40AE-8BBD-120A6D6068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59633A-E075-435B-8F89-932EF3644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1107E-A433-4B4F-A406-F301C53E38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761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114783" y="1538585"/>
            <a:ext cx="3733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Начать игру</a:t>
            </a:r>
            <a:endParaRPr lang="ru-RU" sz="54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10" name="Управляющая кнопка: настраиваемая 9">
            <a:hlinkClick r:id="" action="ppaction://hlinkshowjump?jump=nextslide" highlightClick="1"/>
          </p:cNvPr>
          <p:cNvSpPr/>
          <p:nvPr/>
        </p:nvSpPr>
        <p:spPr>
          <a:xfrm>
            <a:off x="3352800" y="1228725"/>
            <a:ext cx="4981575" cy="1524000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147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>
        <p:sndAc>
          <p:stSnd>
            <p:snd r:embed="rId2" name="whoosh.wav"/>
          </p:stSnd>
        </p:sndAc>
      </p:transition>
    </mc:Choice>
    <mc:Fallback xmlns="">
      <p:transition advClick="0">
        <p:sndAc>
          <p:stSnd>
            <p:snd r:embed="rId4" name="whoosh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правляющая кнопка: настраиваемая 1">
            <a:hlinkClick r:id="" action="ppaction://hlinkshowjump?jump=previousslide" highlightClick="1"/>
          </p:cNvPr>
          <p:cNvSpPr/>
          <p:nvPr/>
        </p:nvSpPr>
        <p:spPr>
          <a:xfrm>
            <a:off x="0" y="5356459"/>
            <a:ext cx="1540041" cy="150154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Управляющая кнопка: настраиваемая 2">
            <a:hlinkClick r:id="" action="ppaction://noaction" highlightClick="1"/>
          </p:cNvPr>
          <p:cNvSpPr/>
          <p:nvPr/>
        </p:nvSpPr>
        <p:spPr>
          <a:xfrm>
            <a:off x="1174282" y="2849078"/>
            <a:ext cx="1780676" cy="1597793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/>
          <p:cNvSpPr/>
          <p:nvPr/>
        </p:nvSpPr>
        <p:spPr>
          <a:xfrm>
            <a:off x="1366790" y="2553100"/>
            <a:ext cx="1694046" cy="2189748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7854215" y="6107229"/>
            <a:ext cx="123203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Управляющая кнопка: настраиваемая 5">
            <a:hlinkClick r:id="" action="ppaction://noaction" highlightClick="1"/>
          </p:cNvPr>
          <p:cNvSpPr/>
          <p:nvPr/>
        </p:nvSpPr>
        <p:spPr>
          <a:xfrm>
            <a:off x="7401827" y="3512619"/>
            <a:ext cx="827774" cy="91740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Управляющая кнопка: настраиваемая 6">
            <a:hlinkClick r:id="" action="ppaction://noaction" highlightClick="1"/>
          </p:cNvPr>
          <p:cNvSpPr/>
          <p:nvPr/>
        </p:nvSpPr>
        <p:spPr>
          <a:xfrm>
            <a:off x="4368263" y="3069252"/>
            <a:ext cx="964134" cy="887931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настраиваемая 7">
            <a:hlinkClick r:id="" action="ppaction://noaction" highlightClick="1"/>
          </p:cNvPr>
          <p:cNvSpPr/>
          <p:nvPr/>
        </p:nvSpPr>
        <p:spPr>
          <a:xfrm>
            <a:off x="11194181" y="4140066"/>
            <a:ext cx="699436" cy="798896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Управляющая кнопка: настраиваемая 8">
            <a:hlinkClick r:id="" action="ppaction://noaction" highlightClick="1"/>
          </p:cNvPr>
          <p:cNvSpPr/>
          <p:nvPr/>
        </p:nvSpPr>
        <p:spPr>
          <a:xfrm>
            <a:off x="2082266" y="-11232"/>
            <a:ext cx="612805" cy="1349143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4242333" y="2758239"/>
            <a:ext cx="1009851" cy="1529212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6349465" y="6125671"/>
            <a:ext cx="123203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7364528" y="3498762"/>
            <a:ext cx="865073" cy="886735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3560543" y="6488460"/>
            <a:ext cx="199884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1883742" y="-11231"/>
            <a:ext cx="1009851" cy="1349142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7321212" y="6487084"/>
            <a:ext cx="123203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/>
          <p:cNvSpPr/>
          <p:nvPr/>
        </p:nvSpPr>
        <p:spPr>
          <a:xfrm>
            <a:off x="11232080" y="4053427"/>
            <a:ext cx="865073" cy="886735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/>
        </p:nvSpPr>
        <p:spPr>
          <a:xfrm>
            <a:off x="5810450" y="6474650"/>
            <a:ext cx="123203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/>
          <p:cNvSpPr/>
          <p:nvPr/>
        </p:nvSpPr>
        <p:spPr>
          <a:xfrm>
            <a:off x="-345709" y="-97057"/>
            <a:ext cx="1009851" cy="1905801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Управляющая кнопка: настраиваемая 18">
            <a:hlinkClick r:id="" action="ppaction://noaction" highlightClick="1"/>
          </p:cNvPr>
          <p:cNvSpPr/>
          <p:nvPr/>
        </p:nvSpPr>
        <p:spPr>
          <a:xfrm>
            <a:off x="-730719" y="-11232"/>
            <a:ext cx="1230431" cy="1628276"/>
          </a:xfrm>
          <a:prstGeom prst="actionButtonBlank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4850330" y="6135288"/>
            <a:ext cx="123203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 descr="C:\Users\НИКИТА\Saved Games\Desktop\Без названия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0979" y="3848399"/>
            <a:ext cx="777778" cy="583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Овал 22"/>
          <p:cNvSpPr/>
          <p:nvPr/>
        </p:nvSpPr>
        <p:spPr>
          <a:xfrm>
            <a:off x="8407331" y="3696698"/>
            <a:ext cx="865073" cy="886735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2064620" y="6485076"/>
            <a:ext cx="123203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7" name="Picture 3" descr="C:\Users\НИКИТА\Saved Games\Desktop\22fa9437434982ea805c89581a59f5487dff254c222261114e9668c829225a9f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2588" y="5309564"/>
            <a:ext cx="1415251" cy="15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Овал 27"/>
          <p:cNvSpPr/>
          <p:nvPr/>
        </p:nvSpPr>
        <p:spPr>
          <a:xfrm>
            <a:off x="10795533" y="5342623"/>
            <a:ext cx="1009851" cy="1529212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8656387" y="6476311"/>
            <a:ext cx="123203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8" name="Picture 4" descr="C:\Users\НИКИТА\Saved Games\Desktop\Без названия (1)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6245" y="5178073"/>
            <a:ext cx="1368491" cy="386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Стрелка вниз 21"/>
          <p:cNvSpPr/>
          <p:nvPr/>
        </p:nvSpPr>
        <p:spPr>
          <a:xfrm>
            <a:off x="3467172" y="5573643"/>
            <a:ext cx="221332" cy="5101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2650958" y="6112428"/>
            <a:ext cx="1998845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/>
          <p:cNvSpPr/>
          <p:nvPr/>
        </p:nvSpPr>
        <p:spPr>
          <a:xfrm>
            <a:off x="2257658" y="4938962"/>
            <a:ext cx="2605769" cy="886735"/>
          </a:xfrm>
          <a:prstGeom prst="ellipse">
            <a:avLst/>
          </a:prstGeom>
          <a:solidFill>
            <a:schemeClr val="accent1">
              <a:alpha val="3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Управляющая кнопка: в конец 26">
            <a:hlinkClick r:id="rId6" action="ppaction://hlinksldjump" highlightClick="1"/>
          </p:cNvPr>
          <p:cNvSpPr/>
          <p:nvPr/>
        </p:nvSpPr>
        <p:spPr>
          <a:xfrm flipH="1" flipV="1">
            <a:off x="12087527" y="-16843"/>
            <a:ext cx="45719" cy="45719"/>
          </a:xfrm>
          <a:prstGeom prst="actionButtonE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224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10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6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10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7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10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28"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3" grpId="0" animBg="1"/>
      <p:bldP spid="26" grpId="0" animBg="1"/>
      <p:bldP spid="28" grpId="0" animBg="1"/>
      <p:bldP spid="29" grpId="0" animBg="1"/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правляющая кнопка: настраиваемая 1">
            <a:hlinkClick r:id="" action="ppaction://hlinkshowjump?jump=firstslide" highlightClick="1"/>
          </p:cNvPr>
          <p:cNvSpPr/>
          <p:nvPr/>
        </p:nvSpPr>
        <p:spPr>
          <a:xfrm>
            <a:off x="10096901" y="5662061"/>
            <a:ext cx="1921843" cy="1065999"/>
          </a:xfrm>
          <a:prstGeom prst="actionButtonBlank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Не </a:t>
            </a:r>
            <a:r>
              <a:rPr lang="ru-RU" dirty="0" err="1"/>
              <a:t>нада</a:t>
            </a:r>
            <a:r>
              <a:rPr lang="ru-RU" dirty="0"/>
              <a:t> дядя</a:t>
            </a:r>
          </a:p>
        </p:txBody>
      </p:sp>
    </p:spTree>
    <p:extLst>
      <p:ext uri="{BB962C8B-B14F-4D97-AF65-F5344CB8AC3E}">
        <p14:creationId xmlns:p14="http://schemas.microsoft.com/office/powerpoint/2010/main" val="1695334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</Words>
  <Application>Microsoft Office PowerPoint</Application>
  <PresentationFormat>Широкоэкранный</PresentationFormat>
  <Paragraphs>2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Z0nik2 |</dc:creator>
  <cp:lastModifiedBy>Z0nik2 |</cp:lastModifiedBy>
  <cp:revision>12</cp:revision>
  <dcterms:created xsi:type="dcterms:W3CDTF">2023-11-13T02:06:44Z</dcterms:created>
  <dcterms:modified xsi:type="dcterms:W3CDTF">2024-12-24T06:54:32Z</dcterms:modified>
</cp:coreProperties>
</file>