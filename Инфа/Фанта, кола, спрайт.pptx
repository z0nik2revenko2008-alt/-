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604" y="-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738A2-A3A2-4A2B-B909-12E18CA31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55EAD92-0F22-4581-9345-1A95EF409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30E609-F450-42EF-A0E3-9FFA4A010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DE610-093C-4E3E-9C21-3586EB8BF88E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24A3DE-730F-4F73-BED7-6F3503E7F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4AE803-2A14-4C71-9DF6-5BE031EFD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4F257-A0DE-4F7F-91E6-F6D4054D7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247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EA5426-9794-4C46-9693-912CCE8B4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9BF8EE-8CF4-4F00-B16E-8CE74D8D7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B36B85-6327-42B9-84EA-B54030BD1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DE610-093C-4E3E-9C21-3586EB8BF88E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CD15F0-E001-4A8B-B278-EB2DA20A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F72F5D-557E-4831-9326-41B6B6A06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4F257-A0DE-4F7F-91E6-F6D4054D7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1220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BD554-626E-47CB-BA28-99A6EE22F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DF755D-FB22-4996-9ECD-4A77B0FA6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0D1FD5-C324-4848-9056-45FAFDA42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DE610-093C-4E3E-9C21-3586EB8BF88E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6061F4-65B0-4032-99D8-E65D03382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C34474-D360-4028-9449-6307489A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4F257-A0DE-4F7F-91E6-F6D4054D7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35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B11E0E-289F-4370-BA32-441191260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DBD259-18CE-4888-9C88-A2BC53F86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DD22A53-3D62-4EFE-89F2-AEB8066B2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D2F4DB-91FB-4EC0-B5DE-6267EDAA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DE610-093C-4E3E-9C21-3586EB8BF88E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3E8421-103A-40AA-BFE7-EF245C324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2CD90-95E0-4B57-9FED-8742EABF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4F257-A0DE-4F7F-91E6-F6D4054D7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126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4C1E11-62C4-46E4-8CF8-63F9716E6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7BACC9-174A-493A-B215-3F47EACED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5C2A13-194B-41F2-A711-4AB1A7374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80D383B-D493-47F0-B0BA-F9337C34F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639ABBF-2476-43A1-AC88-9CEAA7F92B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F302030-54A2-4589-856B-57D6C98C1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DE610-093C-4E3E-9C21-3586EB8BF88E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A5A96FD-6F6A-4A23-85E2-62989010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F131FDF-E321-4E83-9571-BFC9AF9CB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4F257-A0DE-4F7F-91E6-F6D4054D7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42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69F793-1167-4F73-8FF4-0B2426964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E0AA45C-47AF-4DFB-99D0-B135C060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DE610-093C-4E3E-9C21-3586EB8BF88E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782B86-938D-4E97-B26A-6B74F8E53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C0714C-C56A-4E81-9320-21C0E274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4F257-A0DE-4F7F-91E6-F6D4054D7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542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E68A6A4-7AEB-4260-BB4B-C461E1752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DE610-093C-4E3E-9C21-3586EB8BF88E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0245F3E-85C1-4C6D-AE01-A537141BB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4026C8-3429-4BCD-BCA5-921C920D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4F257-A0DE-4F7F-91E6-F6D4054D7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091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53B7AE-6E6F-4FD7-83C7-AE2934E23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5A4D74-8C4D-41A1-9589-B39E03A15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2D5EBB5-51D6-4CC5-8DC9-65D8CB965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895217-AF7F-43D1-B517-1AC0DDE2F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DE610-093C-4E3E-9C21-3586EB8BF88E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0C51D9-4B86-4B6D-B1D4-340F3E8AC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01BDA0-BB20-4D62-8FB4-A0A5A389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4F257-A0DE-4F7F-91E6-F6D4054D7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47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79E116-38CD-4344-A704-CAB6767D3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24D4BDF-F6FF-4879-93A4-DFBDE4C68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4078C9-59E5-4919-BF75-E3D62AA69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A97375-E995-4013-B735-88C6C2A9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DE610-093C-4E3E-9C21-3586EB8BF88E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202DD7-D9BD-4A25-BDF3-9AA7C668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974695-EF61-40F7-8168-52DF6484A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4F257-A0DE-4F7F-91E6-F6D4054D7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270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28146-B417-4A3F-B55D-BE2B593EC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958DD9-B1E3-49C7-B69A-F0861E404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72C0EA-2AA0-4DED-A490-4ACA55CB2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DE610-093C-4E3E-9C21-3586EB8BF88E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365E47-89D9-40E2-A879-ABFAA2AF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95383C-D394-49AA-BE4B-1E85500AD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4F257-A0DE-4F7F-91E6-F6D4054D7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27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5CA8881-00CB-4EAA-B410-F6D94A32EC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CD31E3-8570-4507-AF8E-F096A489A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798419-36FE-445E-80D5-57606072B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DE610-093C-4E3E-9C21-3586EB8BF88E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CD84F5-0A36-4069-B616-59255936B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98D74-D397-4D17-91EA-51CD8FBA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4F257-A0DE-4F7F-91E6-F6D4054D7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258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876AB-9F24-4A0B-9217-F72F7D45D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A4CFF8-E10F-45D4-AF5A-8DCA423DA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C22DF4-085D-4FFE-B3C2-27549EBE6F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DE610-093C-4E3E-9C21-3586EB8BF88E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51EB24-8634-4342-B9E5-119C0460E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90DF13-E19A-432F-AEAF-C0A78264B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4F257-A0DE-4F7F-91E6-F6D4054D7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03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EBE8066-4A5C-4522-8D48-37B6D252F247}"/>
              </a:ext>
            </a:extLst>
          </p:cNvPr>
          <p:cNvSpPr txBox="1"/>
          <p:nvPr/>
        </p:nvSpPr>
        <p:spPr>
          <a:xfrm>
            <a:off x="4629977" y="1996903"/>
            <a:ext cx="32103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When you start thinking a lot about your past, it becomes your present and you can’t see your future without it.</a:t>
            </a:r>
            <a:endParaRPr lang="ru-RU" sz="2400" dirty="0">
              <a:solidFill>
                <a:schemeClr val="bg1"/>
              </a:solidFill>
            </a:endParaRP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71ECA615-DE5E-4F50-BCC8-C18A88055C78}"/>
              </a:ext>
            </a:extLst>
          </p:cNvPr>
          <p:cNvGrpSpPr/>
          <p:nvPr/>
        </p:nvGrpSpPr>
        <p:grpSpPr>
          <a:xfrm>
            <a:off x="3899452" y="769851"/>
            <a:ext cx="4393096" cy="4393096"/>
            <a:chOff x="3899450" y="769851"/>
            <a:chExt cx="4393096" cy="4393096"/>
          </a:xfrm>
        </p:grpSpPr>
        <p:sp>
          <p:nvSpPr>
            <p:cNvPr id="25" name="Дуга 24">
              <a:extLst>
                <a:ext uri="{FF2B5EF4-FFF2-40B4-BE49-F238E27FC236}">
                  <a16:creationId xmlns:a16="http://schemas.microsoft.com/office/drawing/2014/main" id="{75536097-D873-4074-8DA7-534C94907B05}"/>
                </a:ext>
              </a:extLst>
            </p:cNvPr>
            <p:cNvSpPr/>
            <p:nvPr/>
          </p:nvSpPr>
          <p:spPr>
            <a:xfrm>
              <a:off x="3899450" y="769851"/>
              <a:ext cx="4393096" cy="4393096"/>
            </a:xfrm>
            <a:prstGeom prst="arc">
              <a:avLst/>
            </a:prstGeom>
            <a:ln w="571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Дуга 25">
              <a:extLst>
                <a:ext uri="{FF2B5EF4-FFF2-40B4-BE49-F238E27FC236}">
                  <a16:creationId xmlns:a16="http://schemas.microsoft.com/office/drawing/2014/main" id="{267DBBD2-94C6-4656-BFB3-C07869023998}"/>
                </a:ext>
              </a:extLst>
            </p:cNvPr>
            <p:cNvSpPr/>
            <p:nvPr/>
          </p:nvSpPr>
          <p:spPr>
            <a:xfrm flipH="1" flipV="1">
              <a:off x="3899450" y="769851"/>
              <a:ext cx="4393096" cy="4393096"/>
            </a:xfrm>
            <a:prstGeom prst="arc">
              <a:avLst/>
            </a:prstGeom>
            <a:ln w="571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18628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5530FC3-95AA-4D6A-A39E-B32AD76DD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646" y="1311676"/>
            <a:ext cx="5878183" cy="587257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402D80-537F-444C-B88A-090E96F7D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760" y="1311676"/>
            <a:ext cx="5012480" cy="579268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CFAA0BE-14FE-49D1-A35D-5BE8605F731F}"/>
              </a:ext>
            </a:extLst>
          </p:cNvPr>
          <p:cNvSpPr/>
          <p:nvPr/>
        </p:nvSpPr>
        <p:spPr>
          <a:xfrm>
            <a:off x="8130209" y="0"/>
            <a:ext cx="4061791" cy="6858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DED3869-D9F3-4BBF-BB5F-D60FF85AB4E3}"/>
              </a:ext>
            </a:extLst>
          </p:cNvPr>
          <p:cNvSpPr/>
          <p:nvPr/>
        </p:nvSpPr>
        <p:spPr>
          <a:xfrm>
            <a:off x="4068418" y="0"/>
            <a:ext cx="4061791" cy="6858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D1EFD05-73F3-4947-8997-E77EFD0D6194}"/>
              </a:ext>
            </a:extLst>
          </p:cNvPr>
          <p:cNvSpPr/>
          <p:nvPr/>
        </p:nvSpPr>
        <p:spPr>
          <a:xfrm>
            <a:off x="6627" y="0"/>
            <a:ext cx="4061791" cy="6858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4D0C32C-D502-49D9-9814-DEABC7D633C7}"/>
              </a:ext>
            </a:extLst>
          </p:cNvPr>
          <p:cNvSpPr/>
          <p:nvPr/>
        </p:nvSpPr>
        <p:spPr>
          <a:xfrm>
            <a:off x="0" y="630306"/>
            <a:ext cx="406841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Ingredients</a:t>
            </a:r>
            <a:r>
              <a:rPr lang="ru-RU" dirty="0"/>
              <a:t>: </a:t>
            </a:r>
            <a:r>
              <a:rPr lang="ru-RU" dirty="0" err="1"/>
              <a:t>water</a:t>
            </a:r>
            <a:r>
              <a:rPr lang="ru-RU" dirty="0"/>
              <a:t>, </a:t>
            </a:r>
            <a:r>
              <a:rPr lang="ru-RU" dirty="0" err="1"/>
              <a:t>sugar</a:t>
            </a:r>
            <a:r>
              <a:rPr lang="ru-RU" dirty="0"/>
              <a:t>, </a:t>
            </a:r>
            <a:r>
              <a:rPr lang="ru-RU" dirty="0" err="1"/>
              <a:t>fructose</a:t>
            </a:r>
            <a:r>
              <a:rPr lang="ru-RU" dirty="0"/>
              <a:t>, </a:t>
            </a:r>
            <a:r>
              <a:rPr lang="ru-RU" dirty="0" err="1"/>
              <a:t>green</a:t>
            </a:r>
            <a:r>
              <a:rPr lang="ru-RU" dirty="0"/>
              <a:t> </a:t>
            </a:r>
            <a:r>
              <a:rPr lang="ru-RU" dirty="0" err="1"/>
              <a:t>tea</a:t>
            </a:r>
            <a:r>
              <a:rPr lang="ru-RU" dirty="0"/>
              <a:t> </a:t>
            </a:r>
            <a:r>
              <a:rPr lang="ru-RU" dirty="0" err="1"/>
              <a:t>extract</a:t>
            </a:r>
            <a:r>
              <a:rPr lang="ru-RU" dirty="0"/>
              <a:t>, </a:t>
            </a:r>
            <a:r>
              <a:rPr lang="ru-RU" dirty="0" err="1"/>
              <a:t>acidity</a:t>
            </a:r>
            <a:r>
              <a:rPr lang="ru-RU" dirty="0"/>
              <a:t> </a:t>
            </a:r>
            <a:r>
              <a:rPr lang="ru-RU" dirty="0" err="1"/>
              <a:t>regulators</a:t>
            </a:r>
            <a:r>
              <a:rPr lang="ru-RU" dirty="0"/>
              <a:t> (</a:t>
            </a:r>
            <a:r>
              <a:rPr lang="ru-RU" dirty="0" err="1"/>
              <a:t>citric</a:t>
            </a:r>
            <a:r>
              <a:rPr lang="ru-RU" dirty="0"/>
              <a:t> </a:t>
            </a:r>
            <a:r>
              <a:rPr lang="ru-RU" dirty="0" err="1"/>
              <a:t>acid</a:t>
            </a:r>
            <a:r>
              <a:rPr lang="ru-RU" dirty="0"/>
              <a:t>, </a:t>
            </a:r>
            <a:r>
              <a:rPr lang="ru-RU" dirty="0" err="1"/>
              <a:t>sodium</a:t>
            </a:r>
            <a:r>
              <a:rPr lang="ru-RU" dirty="0"/>
              <a:t> </a:t>
            </a:r>
            <a:r>
              <a:rPr lang="ru-RU" dirty="0" err="1"/>
              <a:t>citrate</a:t>
            </a:r>
            <a:r>
              <a:rPr lang="ru-RU" dirty="0"/>
              <a:t> 3-substituted), </a:t>
            </a:r>
            <a:r>
              <a:rPr lang="ru-RU" dirty="0" err="1"/>
              <a:t>natural</a:t>
            </a:r>
            <a:r>
              <a:rPr lang="ru-RU" dirty="0"/>
              <a:t> </a:t>
            </a:r>
            <a:r>
              <a:rPr lang="ru-RU" dirty="0" err="1"/>
              <a:t>flavor</a:t>
            </a:r>
            <a:r>
              <a:rPr lang="ru-RU" dirty="0"/>
              <a:t>, </a:t>
            </a:r>
            <a:r>
              <a:rPr lang="ru-RU" dirty="0" err="1"/>
              <a:t>preservatives</a:t>
            </a:r>
            <a:r>
              <a:rPr lang="ru-RU" dirty="0"/>
              <a:t> (</a:t>
            </a:r>
            <a:r>
              <a:rPr lang="ru-RU" dirty="0" err="1"/>
              <a:t>potassium</a:t>
            </a:r>
            <a:r>
              <a:rPr lang="ru-RU" dirty="0"/>
              <a:t> </a:t>
            </a:r>
            <a:r>
              <a:rPr lang="ru-RU" dirty="0" err="1"/>
              <a:t>sorbate</a:t>
            </a:r>
            <a:r>
              <a:rPr lang="ru-RU" dirty="0"/>
              <a:t>, </a:t>
            </a:r>
            <a:r>
              <a:rPr lang="ru-RU" dirty="0" err="1"/>
              <a:t>dimethyl</a:t>
            </a:r>
            <a:r>
              <a:rPr lang="ru-RU" dirty="0"/>
              <a:t> </a:t>
            </a:r>
            <a:r>
              <a:rPr lang="ru-RU" dirty="0" err="1"/>
              <a:t>bicarbonate</a:t>
            </a:r>
            <a:r>
              <a:rPr lang="ru-RU" dirty="0"/>
              <a:t>), </a:t>
            </a:r>
            <a:r>
              <a:rPr lang="ru-RU" dirty="0" err="1"/>
              <a:t>antioxidant</a:t>
            </a:r>
            <a:r>
              <a:rPr lang="ru-RU" dirty="0"/>
              <a:t> </a:t>
            </a:r>
            <a:r>
              <a:rPr lang="ru-RU" dirty="0" err="1"/>
              <a:t>ascorbic</a:t>
            </a:r>
            <a:r>
              <a:rPr lang="ru-RU" dirty="0"/>
              <a:t> </a:t>
            </a:r>
            <a:r>
              <a:rPr lang="ru-RU" dirty="0" err="1"/>
              <a:t>acid</a:t>
            </a:r>
            <a:r>
              <a:rPr lang="ru-RU" dirty="0"/>
              <a:t>. </a:t>
            </a:r>
            <a:r>
              <a:rPr lang="ru-RU" dirty="0" err="1"/>
              <a:t>Nutritional</a:t>
            </a:r>
            <a:r>
              <a:rPr lang="ru-RU" dirty="0"/>
              <a:t>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per</a:t>
            </a:r>
            <a:r>
              <a:rPr lang="ru-RU" dirty="0"/>
              <a:t> 100 g: </a:t>
            </a:r>
            <a:r>
              <a:rPr lang="ru-RU" dirty="0" err="1"/>
              <a:t>protein</a:t>
            </a:r>
            <a:r>
              <a:rPr lang="ru-RU" dirty="0"/>
              <a:t> 0 g, </a:t>
            </a:r>
            <a:r>
              <a:rPr lang="ru-RU" dirty="0" err="1"/>
              <a:t>fat</a:t>
            </a:r>
            <a:r>
              <a:rPr lang="ru-RU" dirty="0"/>
              <a:t> 0 g, </a:t>
            </a:r>
            <a:r>
              <a:rPr lang="ru-RU" dirty="0" err="1"/>
              <a:t>carbohydrates</a:t>
            </a:r>
            <a:r>
              <a:rPr lang="ru-RU" dirty="0"/>
              <a:t> 6.9 g, </a:t>
            </a:r>
            <a:r>
              <a:rPr lang="ru-RU" dirty="0" err="1"/>
              <a:t>energy</a:t>
            </a:r>
            <a:r>
              <a:rPr lang="ru-RU" dirty="0"/>
              <a:t> </a:t>
            </a:r>
            <a:r>
              <a:rPr lang="ru-RU" dirty="0" err="1"/>
              <a:t>value</a:t>
            </a:r>
            <a:r>
              <a:rPr lang="ru-RU" dirty="0"/>
              <a:t> 30 </a:t>
            </a:r>
            <a:r>
              <a:rPr lang="ru-RU" dirty="0" err="1"/>
              <a:t>kcal</a:t>
            </a:r>
            <a:r>
              <a:rPr lang="ru-RU" dirty="0"/>
              <a:t> </a:t>
            </a:r>
            <a:r>
              <a:rPr lang="ru-RU" dirty="0" err="1"/>
              <a:t>Shelf</a:t>
            </a:r>
            <a:r>
              <a:rPr lang="ru-RU" dirty="0"/>
              <a:t> </a:t>
            </a:r>
            <a:r>
              <a:rPr lang="ru-RU" dirty="0" err="1"/>
              <a:t>life</a:t>
            </a:r>
            <a:r>
              <a:rPr lang="ru-RU" dirty="0"/>
              <a:t>: 365 d. </a:t>
            </a:r>
            <a:r>
              <a:rPr lang="ru-RU" dirty="0" err="1"/>
              <a:t>Storage</a:t>
            </a:r>
            <a:r>
              <a:rPr lang="ru-RU" dirty="0"/>
              <a:t> </a:t>
            </a:r>
            <a:r>
              <a:rPr lang="ru-RU" dirty="0" err="1"/>
              <a:t>conditions</a:t>
            </a:r>
            <a:r>
              <a:rPr lang="ru-RU" dirty="0"/>
              <a:t>: 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at</a:t>
            </a:r>
            <a:r>
              <a:rPr lang="ru-RU" dirty="0"/>
              <a:t> a </a:t>
            </a:r>
            <a:r>
              <a:rPr lang="ru-RU" dirty="0" err="1"/>
              <a:t>temperature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0 °C </a:t>
            </a:r>
            <a:r>
              <a:rPr lang="ru-RU" dirty="0" err="1"/>
              <a:t>to</a:t>
            </a:r>
            <a:r>
              <a:rPr lang="ru-RU" dirty="0"/>
              <a:t> +35 °C.</a:t>
            </a:r>
          </a:p>
        </p:txBody>
      </p:sp>
      <p:sp>
        <p:nvSpPr>
          <p:cNvPr id="10" name="Овал 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3AF3E0E-836B-4689-BCEF-EFDBD48329B6}"/>
              </a:ext>
            </a:extLst>
          </p:cNvPr>
          <p:cNvSpPr/>
          <p:nvPr/>
        </p:nvSpPr>
        <p:spPr>
          <a:xfrm>
            <a:off x="7734339" y="768429"/>
            <a:ext cx="791740" cy="73017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FD6F4B-74D9-2516-284A-33B9CDDEE8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595" y="768429"/>
            <a:ext cx="6678671" cy="670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034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883F9DC-466D-4E70-A31C-42BF6CD0B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7878" y="1290238"/>
            <a:ext cx="5012480" cy="5791200"/>
          </a:xfrm>
          <a:prstGeom prst="rect">
            <a:avLst/>
          </a:prstGeom>
        </p:spPr>
      </p:pic>
      <p:sp>
        <p:nvSpPr>
          <p:cNvPr id="23" name="Овал 22">
            <a:extLst>
              <a:ext uri="{FF2B5EF4-FFF2-40B4-BE49-F238E27FC236}">
                <a16:creationId xmlns:a16="http://schemas.microsoft.com/office/drawing/2014/main" id="{AAE4EA8C-35CD-4318-9D45-983F6F0056D0}"/>
              </a:ext>
            </a:extLst>
          </p:cNvPr>
          <p:cNvSpPr/>
          <p:nvPr/>
        </p:nvSpPr>
        <p:spPr>
          <a:xfrm>
            <a:off x="-1819123" y="-2603500"/>
            <a:ext cx="15830245" cy="1206499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CFAA0BE-14FE-49D1-A35D-5BE8605F731F}"/>
              </a:ext>
            </a:extLst>
          </p:cNvPr>
          <p:cNvSpPr/>
          <p:nvPr/>
        </p:nvSpPr>
        <p:spPr>
          <a:xfrm>
            <a:off x="8130209" y="0"/>
            <a:ext cx="4061791" cy="6858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DED3869-D9F3-4BBF-BB5F-D60FF85AB4E3}"/>
              </a:ext>
            </a:extLst>
          </p:cNvPr>
          <p:cNvSpPr/>
          <p:nvPr/>
        </p:nvSpPr>
        <p:spPr>
          <a:xfrm>
            <a:off x="4068418" y="0"/>
            <a:ext cx="4061791" cy="6858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310C3E9-1479-41A6-BF19-BA40188BDB89}"/>
              </a:ext>
            </a:extLst>
          </p:cNvPr>
          <p:cNvSpPr/>
          <p:nvPr/>
        </p:nvSpPr>
        <p:spPr>
          <a:xfrm>
            <a:off x="-68293" y="803199"/>
            <a:ext cx="413671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Composition</a:t>
            </a:r>
            <a:r>
              <a:rPr lang="ru-RU" dirty="0"/>
              <a:t>. </a:t>
            </a:r>
            <a:r>
              <a:rPr lang="ru-RU" dirty="0" err="1"/>
              <a:t>Water</a:t>
            </a:r>
            <a:r>
              <a:rPr lang="ru-RU" dirty="0"/>
              <a:t>, </a:t>
            </a:r>
            <a:r>
              <a:rPr lang="ru-RU" dirty="0" err="1"/>
              <a:t>sugar</a:t>
            </a:r>
            <a:r>
              <a:rPr lang="ru-RU" dirty="0"/>
              <a:t>, </a:t>
            </a:r>
            <a:r>
              <a:rPr lang="ru-RU" dirty="0" err="1"/>
              <a:t>orange</a:t>
            </a:r>
            <a:r>
              <a:rPr lang="ru-RU" dirty="0"/>
              <a:t> </a:t>
            </a:r>
            <a:r>
              <a:rPr lang="ru-RU" dirty="0" err="1"/>
              <a:t>juice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concentrate</a:t>
            </a:r>
            <a:r>
              <a:rPr lang="ru-RU" dirty="0"/>
              <a:t> (3.7%), </a:t>
            </a:r>
            <a:r>
              <a:rPr lang="ru-RU" dirty="0" err="1"/>
              <a:t>citrus</a:t>
            </a:r>
            <a:r>
              <a:rPr lang="ru-RU" dirty="0"/>
              <a:t> </a:t>
            </a:r>
            <a:r>
              <a:rPr lang="ru-RU" dirty="0" err="1"/>
              <a:t>fruits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concentrate</a:t>
            </a:r>
            <a:r>
              <a:rPr lang="ru-RU" dirty="0"/>
              <a:t> (1.3%), </a:t>
            </a:r>
            <a:r>
              <a:rPr lang="ru-RU" dirty="0" err="1"/>
              <a:t>citric</a:t>
            </a:r>
            <a:r>
              <a:rPr lang="ru-RU" dirty="0"/>
              <a:t> </a:t>
            </a:r>
            <a:r>
              <a:rPr lang="ru-RU" dirty="0" err="1"/>
              <a:t>acid</a:t>
            </a:r>
            <a:r>
              <a:rPr lang="ru-RU" dirty="0"/>
              <a:t>, </a:t>
            </a:r>
            <a:r>
              <a:rPr lang="ru-RU" dirty="0" err="1"/>
              <a:t>vegetable</a:t>
            </a:r>
            <a:r>
              <a:rPr lang="ru-RU" dirty="0"/>
              <a:t> </a:t>
            </a:r>
            <a:r>
              <a:rPr lang="ru-RU" dirty="0" err="1"/>
              <a:t>extracts</a:t>
            </a:r>
            <a:r>
              <a:rPr lang="ru-RU" dirty="0"/>
              <a:t> (</a:t>
            </a:r>
            <a:r>
              <a:rPr lang="ru-RU" dirty="0" err="1"/>
              <a:t>carrot</a:t>
            </a:r>
            <a:r>
              <a:rPr lang="ru-RU" dirty="0"/>
              <a:t>, </a:t>
            </a:r>
            <a:r>
              <a:rPr lang="ru-RU" dirty="0" err="1"/>
              <a:t>pumpkin</a:t>
            </a:r>
            <a:r>
              <a:rPr lang="ru-RU" dirty="0"/>
              <a:t>), </a:t>
            </a:r>
            <a:r>
              <a:rPr lang="ru-RU" dirty="0" err="1"/>
              <a:t>sweeteners</a:t>
            </a:r>
            <a:r>
              <a:rPr lang="ru-RU" dirty="0"/>
              <a:t> (</a:t>
            </a:r>
            <a:r>
              <a:rPr lang="ru-RU" dirty="0" err="1"/>
              <a:t>acesulfame</a:t>
            </a:r>
            <a:r>
              <a:rPr lang="ru-RU" dirty="0"/>
              <a:t> K, </a:t>
            </a:r>
            <a:r>
              <a:rPr lang="ru-RU" dirty="0" err="1"/>
              <a:t>sucralose</a:t>
            </a:r>
            <a:r>
              <a:rPr lang="ru-RU" dirty="0"/>
              <a:t>), </a:t>
            </a:r>
            <a:r>
              <a:rPr lang="ru-RU" dirty="0" err="1"/>
              <a:t>preservative</a:t>
            </a:r>
            <a:r>
              <a:rPr lang="ru-RU" dirty="0"/>
              <a:t> (</a:t>
            </a:r>
            <a:r>
              <a:rPr lang="ru-RU" dirty="0" err="1"/>
              <a:t>potassium</a:t>
            </a:r>
            <a:r>
              <a:rPr lang="ru-RU" dirty="0"/>
              <a:t> </a:t>
            </a:r>
            <a:r>
              <a:rPr lang="ru-RU" dirty="0" err="1"/>
              <a:t>sorbate</a:t>
            </a:r>
            <a:r>
              <a:rPr lang="ru-RU" dirty="0"/>
              <a:t>), </a:t>
            </a:r>
            <a:r>
              <a:rPr lang="ru-RU" dirty="0" err="1"/>
              <a:t>malic</a:t>
            </a:r>
            <a:r>
              <a:rPr lang="ru-RU" dirty="0"/>
              <a:t> </a:t>
            </a:r>
            <a:r>
              <a:rPr lang="ru-RU" dirty="0" err="1"/>
              <a:t>acid</a:t>
            </a:r>
            <a:r>
              <a:rPr lang="ru-RU" dirty="0"/>
              <a:t>., </a:t>
            </a:r>
            <a:r>
              <a:rPr lang="ru-RU" dirty="0" err="1"/>
              <a:t>acidity</a:t>
            </a:r>
            <a:r>
              <a:rPr lang="ru-RU" dirty="0"/>
              <a:t> </a:t>
            </a:r>
            <a:r>
              <a:rPr lang="ru-RU" dirty="0" err="1"/>
              <a:t>regulator</a:t>
            </a:r>
            <a:r>
              <a:rPr lang="ru-RU" dirty="0"/>
              <a:t> (</a:t>
            </a:r>
            <a:r>
              <a:rPr lang="ru-RU" dirty="0" err="1"/>
              <a:t>sodium</a:t>
            </a:r>
            <a:r>
              <a:rPr lang="ru-RU" dirty="0"/>
              <a:t> </a:t>
            </a:r>
            <a:r>
              <a:rPr lang="ru-RU" dirty="0" err="1"/>
              <a:t>citrate</a:t>
            </a:r>
            <a:r>
              <a:rPr lang="ru-RU" dirty="0"/>
              <a:t>), </a:t>
            </a:r>
            <a:r>
              <a:rPr lang="ru-RU" dirty="0" err="1"/>
              <a:t>stabilizer</a:t>
            </a:r>
            <a:r>
              <a:rPr lang="ru-RU" dirty="0"/>
              <a:t> (</a:t>
            </a:r>
            <a:r>
              <a:rPr lang="ru-RU" dirty="0" err="1"/>
              <a:t>guar</a:t>
            </a:r>
            <a:r>
              <a:rPr lang="ru-RU" dirty="0"/>
              <a:t> </a:t>
            </a:r>
            <a:r>
              <a:rPr lang="ru-RU" dirty="0" err="1"/>
              <a:t>gum</a:t>
            </a:r>
            <a:r>
              <a:rPr lang="ru-RU" dirty="0"/>
              <a:t>), </a:t>
            </a:r>
            <a:r>
              <a:rPr lang="ru-RU" dirty="0" err="1"/>
              <a:t>natural</a:t>
            </a:r>
            <a:r>
              <a:rPr lang="ru-RU" dirty="0"/>
              <a:t> </a:t>
            </a:r>
            <a:r>
              <a:rPr lang="ru-RU" dirty="0" err="1"/>
              <a:t>orange</a:t>
            </a:r>
            <a:r>
              <a:rPr lang="ru-RU" dirty="0"/>
              <a:t> </a:t>
            </a:r>
            <a:r>
              <a:rPr lang="ru-RU" dirty="0" err="1"/>
              <a:t>flavors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other</a:t>
            </a:r>
            <a:r>
              <a:rPr lang="ru-RU" dirty="0"/>
              <a:t> </a:t>
            </a:r>
            <a:r>
              <a:rPr lang="ru-RU" dirty="0" err="1"/>
              <a:t>natural</a:t>
            </a:r>
            <a:r>
              <a:rPr lang="ru-RU" dirty="0"/>
              <a:t> </a:t>
            </a:r>
            <a:r>
              <a:rPr lang="ru-RU" dirty="0" err="1"/>
              <a:t>flavors</a:t>
            </a:r>
            <a:r>
              <a:rPr lang="ru-RU" dirty="0"/>
              <a:t>, </a:t>
            </a:r>
            <a:r>
              <a:rPr lang="ru-RU" dirty="0" err="1"/>
              <a:t>antioxidant</a:t>
            </a:r>
            <a:r>
              <a:rPr lang="ru-RU" dirty="0"/>
              <a:t> (</a:t>
            </a:r>
            <a:r>
              <a:rPr lang="ru-RU" dirty="0" err="1"/>
              <a:t>ascorbic</a:t>
            </a:r>
            <a:r>
              <a:rPr lang="ru-RU" dirty="0"/>
              <a:t> </a:t>
            </a:r>
            <a:r>
              <a:rPr lang="ru-RU" dirty="0" err="1"/>
              <a:t>acid</a:t>
            </a:r>
            <a:r>
              <a:rPr lang="ru-RU" dirty="0"/>
              <a:t>).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34FF247-C323-453F-AB09-0B1F77D3EB48}"/>
              </a:ext>
            </a:extLst>
          </p:cNvPr>
          <p:cNvSpPr/>
          <p:nvPr/>
        </p:nvSpPr>
        <p:spPr>
          <a:xfrm>
            <a:off x="0" y="0"/>
            <a:ext cx="4061791" cy="6858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D83005E-C473-4748-9C99-8614281CC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222" y="1319272"/>
            <a:ext cx="5878183" cy="5832629"/>
          </a:xfrm>
          <a:prstGeom prst="rect">
            <a:avLst/>
          </a:prstGeom>
        </p:spPr>
      </p:pic>
      <p:sp>
        <p:nvSpPr>
          <p:cNvPr id="26" name="Овал 2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F6A3A2-B2D1-4CF5-9C57-11ACA391DCAC}"/>
              </a:ext>
            </a:extLst>
          </p:cNvPr>
          <p:cNvSpPr/>
          <p:nvPr/>
        </p:nvSpPr>
        <p:spPr>
          <a:xfrm>
            <a:off x="7729964" y="768429"/>
            <a:ext cx="791740" cy="74624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8E29AC6-BEBD-AB1C-1848-2616A0B34D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656" y="803199"/>
            <a:ext cx="6678671" cy="670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676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F6323B7-4153-45DB-91BF-3659CAC1D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3226" y="1313142"/>
            <a:ext cx="5878183" cy="5832629"/>
          </a:xfrm>
          <a:prstGeom prst="rect">
            <a:avLst/>
          </a:prstGeom>
        </p:spPr>
      </p:pic>
      <p:sp>
        <p:nvSpPr>
          <p:cNvPr id="21" name="Овал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E07DBEA-AC7F-4C14-910C-68A708BEBA72}"/>
              </a:ext>
            </a:extLst>
          </p:cNvPr>
          <p:cNvSpPr/>
          <p:nvPr/>
        </p:nvSpPr>
        <p:spPr>
          <a:xfrm>
            <a:off x="-1436756" y="-2647950"/>
            <a:ext cx="15062200" cy="121539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EB2C7F3-7FF0-4125-8BB5-44863A8B0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665" y="874953"/>
            <a:ext cx="6678671" cy="6709009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D974B64-BE65-4CFC-A2A1-1892FAD09C50}"/>
              </a:ext>
            </a:extLst>
          </p:cNvPr>
          <p:cNvSpPr/>
          <p:nvPr/>
        </p:nvSpPr>
        <p:spPr>
          <a:xfrm>
            <a:off x="-3313" y="813138"/>
            <a:ext cx="406841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Sprite</a:t>
            </a:r>
            <a:r>
              <a:rPr lang="ru-RU" dirty="0"/>
              <a:t> </a:t>
            </a:r>
            <a:r>
              <a:rPr lang="ru-RU" dirty="0" err="1"/>
              <a:t>invigorates</a:t>
            </a:r>
            <a:r>
              <a:rPr lang="ru-RU" dirty="0"/>
              <a:t>, </a:t>
            </a:r>
            <a:r>
              <a:rPr lang="ru-RU" dirty="0" err="1"/>
              <a:t>improves</a:t>
            </a:r>
            <a:r>
              <a:rPr lang="ru-RU" dirty="0"/>
              <a:t> </a:t>
            </a:r>
            <a:r>
              <a:rPr lang="ru-RU" dirty="0" err="1"/>
              <a:t>performance</a:t>
            </a:r>
            <a:r>
              <a:rPr lang="ru-RU" dirty="0"/>
              <a:t>, </a:t>
            </a:r>
            <a:r>
              <a:rPr lang="ru-RU" dirty="0" err="1"/>
              <a:t>gives</a:t>
            </a:r>
            <a:r>
              <a:rPr lang="ru-RU" dirty="0"/>
              <a:t> </a:t>
            </a:r>
            <a:r>
              <a:rPr lang="ru-RU" dirty="0" err="1"/>
              <a:t>strength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energy</a:t>
            </a:r>
            <a:r>
              <a:rPr lang="ru-RU" dirty="0"/>
              <a:t>, </a:t>
            </a:r>
            <a:r>
              <a:rPr lang="ru-RU" dirty="0" err="1"/>
              <a:t>improves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motivation.Ingredients</a:t>
            </a:r>
            <a:r>
              <a:rPr lang="ru-RU" dirty="0"/>
              <a:t>: </a:t>
            </a:r>
            <a:r>
              <a:rPr lang="ru-RU" dirty="0" err="1"/>
              <a:t>Purified</a:t>
            </a:r>
            <a:r>
              <a:rPr lang="ru-RU" dirty="0"/>
              <a:t> </a:t>
            </a:r>
            <a:r>
              <a:rPr lang="ru-RU" dirty="0" err="1"/>
              <a:t>water</a:t>
            </a:r>
            <a:r>
              <a:rPr lang="ru-RU" dirty="0"/>
              <a:t>, </a:t>
            </a:r>
            <a:r>
              <a:rPr lang="ru-RU" dirty="0" err="1"/>
              <a:t>sugar</a:t>
            </a:r>
            <a:r>
              <a:rPr lang="ru-RU" dirty="0"/>
              <a:t>, </a:t>
            </a:r>
            <a:r>
              <a:rPr lang="ru-RU" dirty="0" err="1"/>
              <a:t>acidity</a:t>
            </a:r>
            <a:r>
              <a:rPr lang="ru-RU" dirty="0"/>
              <a:t> </a:t>
            </a:r>
            <a:r>
              <a:rPr lang="ru-RU" dirty="0" err="1"/>
              <a:t>regulators</a:t>
            </a:r>
            <a:r>
              <a:rPr lang="ru-RU" dirty="0"/>
              <a:t> (</a:t>
            </a:r>
            <a:r>
              <a:rPr lang="ru-RU" dirty="0" err="1"/>
              <a:t>citric</a:t>
            </a:r>
            <a:r>
              <a:rPr lang="ru-RU" dirty="0"/>
              <a:t> </a:t>
            </a:r>
            <a:r>
              <a:rPr lang="ru-RU" dirty="0" err="1"/>
              <a:t>acid</a:t>
            </a:r>
            <a:r>
              <a:rPr lang="ru-RU" dirty="0"/>
              <a:t>, </a:t>
            </a:r>
            <a:r>
              <a:rPr lang="ru-RU" dirty="0" err="1"/>
              <a:t>sodium</a:t>
            </a:r>
            <a:r>
              <a:rPr lang="ru-RU" dirty="0"/>
              <a:t> </a:t>
            </a:r>
            <a:r>
              <a:rPr lang="ru-RU" dirty="0" err="1"/>
              <a:t>citrate</a:t>
            </a:r>
            <a:r>
              <a:rPr lang="ru-RU" dirty="0"/>
              <a:t>), </a:t>
            </a:r>
            <a:r>
              <a:rPr lang="ru-RU" dirty="0" err="1"/>
              <a:t>natural</a:t>
            </a:r>
            <a:r>
              <a:rPr lang="ru-RU" dirty="0"/>
              <a:t> </a:t>
            </a:r>
            <a:r>
              <a:rPr lang="ru-RU" dirty="0" err="1"/>
              <a:t>flavors</a:t>
            </a:r>
            <a:r>
              <a:rPr lang="ru-RU" dirty="0"/>
              <a:t>, </a:t>
            </a:r>
            <a:r>
              <a:rPr lang="ru-RU" dirty="0" err="1"/>
              <a:t>sweeteners</a:t>
            </a:r>
            <a:r>
              <a:rPr lang="ru-RU" dirty="0"/>
              <a:t> (</a:t>
            </a:r>
            <a:r>
              <a:rPr lang="ru-RU" dirty="0" err="1"/>
              <a:t>acesulfame</a:t>
            </a:r>
            <a:r>
              <a:rPr lang="ru-RU" dirty="0"/>
              <a:t> </a:t>
            </a:r>
            <a:r>
              <a:rPr lang="ru-RU" dirty="0" err="1"/>
              <a:t>potassium</a:t>
            </a:r>
            <a:r>
              <a:rPr lang="ru-RU" dirty="0"/>
              <a:t>, </a:t>
            </a:r>
            <a:r>
              <a:rPr lang="ru-RU" dirty="0" err="1"/>
              <a:t>aspartame</a:t>
            </a:r>
            <a:r>
              <a:rPr lang="ru-RU" dirty="0"/>
              <a:t>, </a:t>
            </a:r>
            <a:r>
              <a:rPr lang="ru-RU" dirty="0" err="1"/>
              <a:t>neohesperidine</a:t>
            </a:r>
            <a:r>
              <a:rPr lang="ru-RU" dirty="0"/>
              <a:t> </a:t>
            </a:r>
            <a:r>
              <a:rPr lang="ru-RU" dirty="0" err="1"/>
              <a:t>dihydrohalcone</a:t>
            </a:r>
            <a:r>
              <a:rPr lang="ru-RU" dirty="0"/>
              <a:t>).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product</a:t>
            </a:r>
            <a:r>
              <a:rPr lang="ru-RU" dirty="0"/>
              <a:t> </a:t>
            </a:r>
            <a:r>
              <a:rPr lang="ru-RU" dirty="0" err="1"/>
              <a:t>contains</a:t>
            </a:r>
            <a:r>
              <a:rPr lang="ru-RU" dirty="0"/>
              <a:t> a </a:t>
            </a:r>
            <a:r>
              <a:rPr lang="ru-RU" dirty="0" err="1"/>
              <a:t>source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phenylalanine</a:t>
            </a:r>
            <a:r>
              <a:rPr lang="ru-RU" dirty="0"/>
              <a:t>. </a:t>
            </a:r>
            <a:r>
              <a:rPr lang="ru-RU" dirty="0" err="1"/>
              <a:t>Storage</a:t>
            </a:r>
            <a:r>
              <a:rPr lang="ru-RU" dirty="0"/>
              <a:t> </a:t>
            </a:r>
            <a:r>
              <a:rPr lang="ru-RU" dirty="0" err="1"/>
              <a:t>conditions</a:t>
            </a:r>
            <a:r>
              <a:rPr lang="ru-RU" dirty="0"/>
              <a:t>. 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at</a:t>
            </a:r>
            <a:r>
              <a:rPr lang="ru-RU" dirty="0"/>
              <a:t> a </a:t>
            </a:r>
            <a:r>
              <a:rPr lang="ru-RU" dirty="0" err="1"/>
              <a:t>temperature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0 °C </a:t>
            </a:r>
            <a:r>
              <a:rPr lang="ru-RU" dirty="0" err="1"/>
              <a:t>to</a:t>
            </a:r>
            <a:r>
              <a:rPr lang="ru-RU" dirty="0"/>
              <a:t> +30 °C </a:t>
            </a:r>
            <a:r>
              <a:rPr lang="ru-RU" dirty="0" err="1"/>
              <a:t>away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direct</a:t>
            </a:r>
            <a:r>
              <a:rPr lang="ru-RU" dirty="0"/>
              <a:t> </a:t>
            </a:r>
            <a:r>
              <a:rPr lang="ru-RU" dirty="0" err="1"/>
              <a:t>sunlight</a:t>
            </a:r>
            <a:r>
              <a:rPr lang="ru-RU" dirty="0"/>
              <a:t>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F015FEA-25D9-4AB5-ADD8-9D4F72C1EDE6}"/>
              </a:ext>
            </a:extLst>
          </p:cNvPr>
          <p:cNvSpPr/>
          <p:nvPr/>
        </p:nvSpPr>
        <p:spPr>
          <a:xfrm>
            <a:off x="4065105" y="0"/>
            <a:ext cx="4058479" cy="6858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9486B5C-923F-4E9F-916A-33A545736ABF}"/>
              </a:ext>
            </a:extLst>
          </p:cNvPr>
          <p:cNvSpPr/>
          <p:nvPr/>
        </p:nvSpPr>
        <p:spPr>
          <a:xfrm>
            <a:off x="6626" y="0"/>
            <a:ext cx="4058479" cy="6858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43A1BA1-7B75-4A81-9903-8BF234ABAEDD}"/>
              </a:ext>
            </a:extLst>
          </p:cNvPr>
          <p:cNvSpPr/>
          <p:nvPr/>
        </p:nvSpPr>
        <p:spPr>
          <a:xfrm>
            <a:off x="8123584" y="0"/>
            <a:ext cx="4058479" cy="6858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903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248</Words>
  <Application>Microsoft Office PowerPoint</Application>
  <PresentationFormat>Широкоэкранный</PresentationFormat>
  <Paragraphs>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Z0nik2 |</dc:creator>
  <cp:lastModifiedBy>Z0nik2 |</cp:lastModifiedBy>
  <cp:revision>21</cp:revision>
  <dcterms:created xsi:type="dcterms:W3CDTF">2023-11-27T02:10:43Z</dcterms:created>
  <dcterms:modified xsi:type="dcterms:W3CDTF">2024-12-24T06:52:05Z</dcterms:modified>
</cp:coreProperties>
</file>