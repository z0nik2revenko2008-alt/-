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96" d="100"/>
          <a:sy n="96" d="100"/>
        </p:scale>
        <p:origin x="6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F65A84-D325-44F3-95AE-9369E85A8D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2C4B121-38EB-414D-9883-78A1DB5160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D3E67F-B590-4172-88AB-5F73DD6CA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6C80-0E8E-4E19-97C5-20D0E66919BD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5F7C0C-9C44-42C4-9ECD-2222BF598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92B079-593C-445F-BA88-ABB63BCA5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E00FB-174A-4B17-9200-0E606D6E02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4869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C3E7DA-8AC4-4CDB-BC3B-D83C01306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555FAD-AC11-4FEF-98DB-AB795FCCC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8CEDCE-D1BA-403D-9F77-BB26569FA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6C80-0E8E-4E19-97C5-20D0E66919BD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28BCEC-FF8B-4207-9249-F29B88CA2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9B6B7F-36A1-400E-B626-CE28AF04A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E00FB-174A-4B17-9200-0E606D6E02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7682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FE7D13-151E-4AE7-9A99-6A441D4A0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553DAA-7CC6-462A-89B4-D3FC348EC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5FACFD-6D12-45A3-BFA2-B3A6604D7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6C80-0E8E-4E19-97C5-20D0E66919BD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A89F4D-7183-4FEC-A628-D925AA3CD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F398BC-AF2C-4A6B-8B82-DF9FEF99A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E00FB-174A-4B17-9200-0E606D6E02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461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C6213-BE92-489A-9218-988468202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B2ACE3-BD79-4D55-A34A-F8F7530F58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B3A6ACD-5D24-41F3-B864-13A3AD8EC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069F0E-7C6F-4D79-B875-2081B655F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6C80-0E8E-4E19-97C5-20D0E66919BD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0FB766-A694-4D52-9605-86FCD6563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1B24B6-5486-4F06-AE63-76471871B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E00FB-174A-4B17-9200-0E606D6E02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0796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20E87F-C04F-4AAF-AD05-F8BFC9F85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BD662A-2ED7-42B8-A76B-BA870ED7C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5288737-8470-4FC9-954E-3227B0D005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75A66BA-B912-4FF8-9FB9-67C22F0E7F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73D5B4A-A0D5-46BA-83B8-7A56DC057A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375F820-1DDC-4723-903C-14C5461D4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6C80-0E8E-4E19-97C5-20D0E66919BD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86F90A9-A841-4179-A548-E87A34B2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5511BCB-BEC5-43D9-B3D2-9D1E0609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E00FB-174A-4B17-9200-0E606D6E02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991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7D394-A3E3-4233-94A8-0FB6036F1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EFC9EFC-F99F-4E56-A3F9-A4363DDB0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6C80-0E8E-4E19-97C5-20D0E66919BD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E315A1F-8DE7-4529-A5ED-66E40A6E4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B22BFB2-9FF9-4D23-B461-A0995B3A2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E00FB-174A-4B17-9200-0E606D6E02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1721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8DC174B-A7AB-40EA-9143-92EF46162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6C80-0E8E-4E19-97C5-20D0E66919BD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BD846C7-A984-45CF-B617-B9A2AD9EA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24D201D-3D46-4F47-868B-1C1419DF9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E00FB-174A-4B17-9200-0E606D6E02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403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D5740F-56A0-4199-B9E2-E1A5CC337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8D8FEA-061D-4BB5-B064-D01CCF818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27A997E-3EA9-4B63-859C-F1359D671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E1AE52-8443-4FA5-9890-4B12F39C6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6C80-0E8E-4E19-97C5-20D0E66919BD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F989D1F-D64E-4C8B-9E64-8ED353DB1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8F4A97-4AE3-4C90-AA48-9D81A150E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E00FB-174A-4B17-9200-0E606D6E02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086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538B08-1B0D-4B6A-97D1-094E0FD30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CC86484-A567-4DD8-A500-E2ED8857BC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E2D6DB1-EC57-40E8-AA36-2D8933236B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B31AF5A-8872-49F8-BF19-B31BB2A85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6C80-0E8E-4E19-97C5-20D0E66919BD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566BF3-943F-4D03-94F2-ADA20A40F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28C74A8-B415-4852-BACC-533CB228C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E00FB-174A-4B17-9200-0E606D6E02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8600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0B49A2-F404-4C1A-A7FE-5F23E953D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7199B60-E139-40C4-BA38-F2A786C67F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3EE1B3-E566-4C7D-A1C0-7CC43FF5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6C80-0E8E-4E19-97C5-20D0E66919BD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1022FB-765C-4345-93E9-59019E0C6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839F82-F63F-4D8B-BC1A-ADD9E53DA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E00FB-174A-4B17-9200-0E606D6E02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0461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581EA43-0A17-421D-ACAC-1B3FABE785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27326D-4FD4-4C31-85C1-94100976B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978C4E-FC5A-4085-9705-E1CE69396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6C80-0E8E-4E19-97C5-20D0E66919BD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64EEED-0534-4A9C-8B46-7F3A74CFA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E05DED-5839-46F9-86BE-FF8CE0E01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E00FB-174A-4B17-9200-0E606D6E02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890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40787D-C35A-4DC6-8353-5F7AACD6E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D2ECD5D-E17F-414A-A6F3-6D5D70291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C9480A-FCA1-44BE-B0A1-BA57CEB6B9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956C80-0E8E-4E19-97C5-20D0E66919BD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5FA75E-FFBE-42B5-A075-1164A119AA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94D711-E830-447D-99FA-A34FEB4FD0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E00FB-174A-4B17-9200-0E606D6E02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83488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7226016-DEEE-42F7-86E3-AF158C4A8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99629" y="438572"/>
            <a:ext cx="11270823" cy="6339838"/>
          </a:xfrm>
          <a:prstGeom prst="rect">
            <a:avLst/>
          </a:prstGeom>
        </p:spPr>
      </p:pic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9241A465-FA79-4E12-B3C7-13F5565D4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5226315" y="5274591"/>
                </a:moveTo>
                <a:cubicBezTo>
                  <a:pt x="5239290" y="5273893"/>
                  <a:pt x="5252443" y="5276209"/>
                  <a:pt x="5265774" y="5281540"/>
                </a:cubicBezTo>
                <a:cubicBezTo>
                  <a:pt x="5292134" y="5292081"/>
                  <a:pt x="5309905" y="5311137"/>
                  <a:pt x="5319088" y="5338707"/>
                </a:cubicBezTo>
                <a:cubicBezTo>
                  <a:pt x="5328271" y="5366276"/>
                  <a:pt x="5324260" y="5401573"/>
                  <a:pt x="5307055" y="5444597"/>
                </a:cubicBezTo>
                <a:cubicBezTo>
                  <a:pt x="5290093" y="5487015"/>
                  <a:pt x="5268675" y="5515088"/>
                  <a:pt x="5242803" y="5528815"/>
                </a:cubicBezTo>
                <a:cubicBezTo>
                  <a:pt x="5216930" y="5542543"/>
                  <a:pt x="5190511" y="5544015"/>
                  <a:pt x="5163545" y="5533232"/>
                </a:cubicBezTo>
                <a:cubicBezTo>
                  <a:pt x="5138095" y="5523054"/>
                  <a:pt x="5120823" y="5504287"/>
                  <a:pt x="5111731" y="5476929"/>
                </a:cubicBezTo>
                <a:cubicBezTo>
                  <a:pt x="5102639" y="5449571"/>
                  <a:pt x="5106453" y="5414986"/>
                  <a:pt x="5123173" y="5373174"/>
                </a:cubicBezTo>
                <a:cubicBezTo>
                  <a:pt x="5141105" y="5328332"/>
                  <a:pt x="5162689" y="5299184"/>
                  <a:pt x="5187925" y="5285729"/>
                </a:cubicBezTo>
                <a:cubicBezTo>
                  <a:pt x="5200544" y="5279002"/>
                  <a:pt x="5213340" y="5275289"/>
                  <a:pt x="5226315" y="5274591"/>
                </a:cubicBezTo>
                <a:close/>
                <a:moveTo>
                  <a:pt x="5546227" y="5274108"/>
                </a:moveTo>
                <a:lnTo>
                  <a:pt x="5710205" y="5629183"/>
                </a:lnTo>
                <a:lnTo>
                  <a:pt x="5507133" y="5792566"/>
                </a:lnTo>
                <a:lnTo>
                  <a:pt x="5751230" y="5816065"/>
                </a:lnTo>
                <a:lnTo>
                  <a:pt x="5915888" y="5658473"/>
                </a:lnTo>
                <a:lnTo>
                  <a:pt x="5880394" y="6027160"/>
                </a:lnTo>
                <a:lnTo>
                  <a:pt x="6083077" y="6046673"/>
                </a:lnTo>
                <a:lnTo>
                  <a:pt x="6151839" y="5332411"/>
                </a:lnTo>
                <a:lnTo>
                  <a:pt x="5949157" y="5312898"/>
                </a:lnTo>
                <a:lnTo>
                  <a:pt x="5936211" y="5447371"/>
                </a:lnTo>
                <a:lnTo>
                  <a:pt x="5854484" y="5513125"/>
                </a:lnTo>
                <a:lnTo>
                  <a:pt x="5769655" y="5295618"/>
                </a:lnTo>
                <a:close/>
                <a:moveTo>
                  <a:pt x="6603970" y="5263180"/>
                </a:moveTo>
                <a:cubicBezTo>
                  <a:pt x="6565991" y="5259918"/>
                  <a:pt x="6519909" y="5263415"/>
                  <a:pt x="6465724" y="5273672"/>
                </a:cubicBezTo>
                <a:cubicBezTo>
                  <a:pt x="6409615" y="5284293"/>
                  <a:pt x="6364853" y="5300902"/>
                  <a:pt x="6331436" y="5323501"/>
                </a:cubicBezTo>
                <a:cubicBezTo>
                  <a:pt x="6298019" y="5346100"/>
                  <a:pt x="6272294" y="5373802"/>
                  <a:pt x="6254260" y="5406607"/>
                </a:cubicBezTo>
                <a:cubicBezTo>
                  <a:pt x="6236226" y="5439412"/>
                  <a:pt x="6225750" y="5476183"/>
                  <a:pt x="6222834" y="5516921"/>
                </a:cubicBezTo>
                <a:lnTo>
                  <a:pt x="6412960" y="5502851"/>
                </a:lnTo>
                <a:cubicBezTo>
                  <a:pt x="6416458" y="5473960"/>
                  <a:pt x="6425700" y="5451288"/>
                  <a:pt x="6440685" y="5434835"/>
                </a:cubicBezTo>
                <a:cubicBezTo>
                  <a:pt x="6455670" y="5418381"/>
                  <a:pt x="6475988" y="5407727"/>
                  <a:pt x="6501638" y="5402872"/>
                </a:cubicBezTo>
                <a:cubicBezTo>
                  <a:pt x="6532417" y="5397046"/>
                  <a:pt x="6559806" y="5403132"/>
                  <a:pt x="6583804" y="5421132"/>
                </a:cubicBezTo>
                <a:cubicBezTo>
                  <a:pt x="6607802" y="5439131"/>
                  <a:pt x="6623769" y="5469094"/>
                  <a:pt x="6631705" y="5511020"/>
                </a:cubicBezTo>
                <a:cubicBezTo>
                  <a:pt x="6640611" y="5558071"/>
                  <a:pt x="6637241" y="5595094"/>
                  <a:pt x="6621594" y="5622090"/>
                </a:cubicBezTo>
                <a:cubicBezTo>
                  <a:pt x="6605947" y="5649086"/>
                  <a:pt x="6581932" y="5665648"/>
                  <a:pt x="6549550" y="5671778"/>
                </a:cubicBezTo>
                <a:cubicBezTo>
                  <a:pt x="6523900" y="5676633"/>
                  <a:pt x="6502413" y="5674971"/>
                  <a:pt x="6485090" y="5666793"/>
                </a:cubicBezTo>
                <a:cubicBezTo>
                  <a:pt x="6467767" y="5658614"/>
                  <a:pt x="6454156" y="5644170"/>
                  <a:pt x="6444258" y="5623460"/>
                </a:cubicBezTo>
                <a:lnTo>
                  <a:pt x="6264705" y="5682854"/>
                </a:lnTo>
                <a:cubicBezTo>
                  <a:pt x="6293202" y="5736907"/>
                  <a:pt x="6332156" y="5774700"/>
                  <a:pt x="6381564" y="5796234"/>
                </a:cubicBezTo>
                <a:cubicBezTo>
                  <a:pt x="6430973" y="5817767"/>
                  <a:pt x="6497358" y="5820644"/>
                  <a:pt x="6580719" y="5804865"/>
                </a:cubicBezTo>
                <a:cubicBezTo>
                  <a:pt x="6640355" y="5793577"/>
                  <a:pt x="6687764" y="5776474"/>
                  <a:pt x="6722947" y="5753556"/>
                </a:cubicBezTo>
                <a:cubicBezTo>
                  <a:pt x="6745114" y="5739075"/>
                  <a:pt x="6765654" y="5719509"/>
                  <a:pt x="6784568" y="5694859"/>
                </a:cubicBezTo>
                <a:cubicBezTo>
                  <a:pt x="6803481" y="5670208"/>
                  <a:pt x="6817086" y="5643826"/>
                  <a:pt x="6825381" y="5615713"/>
                </a:cubicBezTo>
                <a:cubicBezTo>
                  <a:pt x="6836726" y="5577397"/>
                  <a:pt x="6837426" y="5531970"/>
                  <a:pt x="6827481" y="5479434"/>
                </a:cubicBezTo>
                <a:cubicBezTo>
                  <a:pt x="6817962" y="5429141"/>
                  <a:pt x="6802947" y="5390175"/>
                  <a:pt x="6782439" y="5362536"/>
                </a:cubicBezTo>
                <a:cubicBezTo>
                  <a:pt x="6761930" y="5334896"/>
                  <a:pt x="6736553" y="5312242"/>
                  <a:pt x="6706308" y="5294575"/>
                </a:cubicBezTo>
                <a:cubicBezTo>
                  <a:pt x="6676062" y="5276907"/>
                  <a:pt x="6641950" y="5266442"/>
                  <a:pt x="6603970" y="5263180"/>
                </a:cubicBezTo>
                <a:close/>
                <a:moveTo>
                  <a:pt x="5193261" y="5128201"/>
                </a:moveTo>
                <a:cubicBezTo>
                  <a:pt x="5154473" y="5126440"/>
                  <a:pt x="5118029" y="5132492"/>
                  <a:pt x="5083931" y="5146356"/>
                </a:cubicBezTo>
                <a:cubicBezTo>
                  <a:pt x="5015734" y="5174085"/>
                  <a:pt x="4966793" y="5225065"/>
                  <a:pt x="4937110" y="5299297"/>
                </a:cubicBezTo>
                <a:cubicBezTo>
                  <a:pt x="4910697" y="5365348"/>
                  <a:pt x="4908309" y="5428882"/>
                  <a:pt x="4929948" y="5489899"/>
                </a:cubicBezTo>
                <a:cubicBezTo>
                  <a:pt x="4956919" y="5565700"/>
                  <a:pt x="5018732" y="5622926"/>
                  <a:pt x="5115385" y="5661577"/>
                </a:cubicBezTo>
                <a:cubicBezTo>
                  <a:pt x="5199918" y="5695380"/>
                  <a:pt x="5276571" y="5698357"/>
                  <a:pt x="5345343" y="5670507"/>
                </a:cubicBezTo>
                <a:cubicBezTo>
                  <a:pt x="5414116" y="5642657"/>
                  <a:pt x="5463223" y="5591919"/>
                  <a:pt x="5492665" y="5518293"/>
                </a:cubicBezTo>
                <a:cubicBezTo>
                  <a:pt x="5524288" y="5439213"/>
                  <a:pt x="5520463" y="5363531"/>
                  <a:pt x="5481190" y="5291245"/>
                </a:cubicBezTo>
                <a:cubicBezTo>
                  <a:pt x="5449069" y="5232713"/>
                  <a:pt x="5394226" y="5187939"/>
                  <a:pt x="5316662" y="5156922"/>
                </a:cubicBezTo>
                <a:cubicBezTo>
                  <a:pt x="5273183" y="5139536"/>
                  <a:pt x="5232050" y="5129962"/>
                  <a:pt x="5193261" y="5128201"/>
                </a:cubicBezTo>
                <a:close/>
                <a:moveTo>
                  <a:pt x="4812707" y="4884253"/>
                </a:moveTo>
                <a:lnTo>
                  <a:pt x="4595103" y="5188377"/>
                </a:lnTo>
                <a:lnTo>
                  <a:pt x="4517878" y="5133122"/>
                </a:lnTo>
                <a:lnTo>
                  <a:pt x="4433001" y="5251746"/>
                </a:lnTo>
                <a:lnTo>
                  <a:pt x="4510226" y="5307001"/>
                </a:lnTo>
                <a:cubicBezTo>
                  <a:pt x="4496744" y="5325843"/>
                  <a:pt x="4487251" y="5337709"/>
                  <a:pt x="4481747" y="5342597"/>
                </a:cubicBezTo>
                <a:cubicBezTo>
                  <a:pt x="4471498" y="5351313"/>
                  <a:pt x="4461433" y="5355848"/>
                  <a:pt x="4451551" y="5356200"/>
                </a:cubicBezTo>
                <a:cubicBezTo>
                  <a:pt x="4441669" y="5356553"/>
                  <a:pt x="4429430" y="5351507"/>
                  <a:pt x="4414835" y="5341064"/>
                </a:cubicBezTo>
                <a:cubicBezTo>
                  <a:pt x="4402892" y="5332519"/>
                  <a:pt x="4388374" y="5319724"/>
                  <a:pt x="4371280" y="5302678"/>
                </a:cubicBezTo>
                <a:lnTo>
                  <a:pt x="4283301" y="5387785"/>
                </a:lnTo>
                <a:cubicBezTo>
                  <a:pt x="4332691" y="5433156"/>
                  <a:pt x="4371584" y="5466000"/>
                  <a:pt x="4399979" y="5486317"/>
                </a:cubicBezTo>
                <a:cubicBezTo>
                  <a:pt x="4435540" y="5511761"/>
                  <a:pt x="4465438" y="5527034"/>
                  <a:pt x="4489674" y="5532137"/>
                </a:cubicBezTo>
                <a:cubicBezTo>
                  <a:pt x="4513908" y="5537240"/>
                  <a:pt x="4535834" y="5536878"/>
                  <a:pt x="4555450" y="5531053"/>
                </a:cubicBezTo>
                <a:cubicBezTo>
                  <a:pt x="4575066" y="5525227"/>
                  <a:pt x="4594138" y="5513293"/>
                  <a:pt x="4612664" y="5495252"/>
                </a:cubicBezTo>
                <a:cubicBezTo>
                  <a:pt x="4631190" y="5477211"/>
                  <a:pt x="4646624" y="5459565"/>
                  <a:pt x="4658966" y="5442316"/>
                </a:cubicBezTo>
                <a:lnTo>
                  <a:pt x="4672638" y="5423209"/>
                </a:lnTo>
                <a:lnTo>
                  <a:pt x="4733144" y="5466502"/>
                </a:lnTo>
                <a:lnTo>
                  <a:pt x="4818021" y="5347877"/>
                </a:lnTo>
                <a:lnTo>
                  <a:pt x="4757515" y="5304584"/>
                </a:lnTo>
                <a:lnTo>
                  <a:pt x="4975119" y="5000460"/>
                </a:lnTo>
                <a:close/>
                <a:moveTo>
                  <a:pt x="7491221" y="4839834"/>
                </a:moveTo>
                <a:cubicBezTo>
                  <a:pt x="7442685" y="4841207"/>
                  <a:pt x="7379776" y="4869480"/>
                  <a:pt x="7302493" y="4924655"/>
                </a:cubicBezTo>
                <a:cubicBezTo>
                  <a:pt x="7247783" y="4963713"/>
                  <a:pt x="7209438" y="5001402"/>
                  <a:pt x="7187455" y="5037722"/>
                </a:cubicBezTo>
                <a:cubicBezTo>
                  <a:pt x="7165473" y="5074042"/>
                  <a:pt x="7155351" y="5109005"/>
                  <a:pt x="7157091" y="5142610"/>
                </a:cubicBezTo>
                <a:cubicBezTo>
                  <a:pt x="7158830" y="5176216"/>
                  <a:pt x="7168413" y="5205223"/>
                  <a:pt x="7185839" y="5229631"/>
                </a:cubicBezTo>
                <a:cubicBezTo>
                  <a:pt x="7203075" y="5253774"/>
                  <a:pt x="7225861" y="5270949"/>
                  <a:pt x="7254199" y="5281158"/>
                </a:cubicBezTo>
                <a:cubicBezTo>
                  <a:pt x="7282537" y="5291367"/>
                  <a:pt x="7313735" y="5292526"/>
                  <a:pt x="7347794" y="5284634"/>
                </a:cubicBezTo>
                <a:cubicBezTo>
                  <a:pt x="7381852" y="5276741"/>
                  <a:pt x="7428015" y="5256601"/>
                  <a:pt x="7486282" y="5224211"/>
                </a:cubicBezTo>
                <a:cubicBezTo>
                  <a:pt x="7524900" y="5203050"/>
                  <a:pt x="7551414" y="5191328"/>
                  <a:pt x="7565824" y="5189048"/>
                </a:cubicBezTo>
                <a:cubicBezTo>
                  <a:pt x="7580233" y="5186767"/>
                  <a:pt x="7591129" y="5190797"/>
                  <a:pt x="7598511" y="5201138"/>
                </a:cubicBezTo>
                <a:cubicBezTo>
                  <a:pt x="7605139" y="5210421"/>
                  <a:pt x="7606588" y="5221296"/>
                  <a:pt x="7602860" y="5233765"/>
                </a:cubicBezTo>
                <a:cubicBezTo>
                  <a:pt x="7599133" y="5246234"/>
                  <a:pt x="7588106" y="5259010"/>
                  <a:pt x="7569781" y="5272092"/>
                </a:cubicBezTo>
                <a:cubicBezTo>
                  <a:pt x="7551722" y="5284985"/>
                  <a:pt x="7533285" y="5291733"/>
                  <a:pt x="7514470" y="5292335"/>
                </a:cubicBezTo>
                <a:cubicBezTo>
                  <a:pt x="7500624" y="5292597"/>
                  <a:pt x="7486875" y="5287378"/>
                  <a:pt x="7473221" y="5276678"/>
                </a:cubicBezTo>
                <a:lnTo>
                  <a:pt x="7330259" y="5401595"/>
                </a:lnTo>
                <a:cubicBezTo>
                  <a:pt x="7360601" y="5421631"/>
                  <a:pt x="7389588" y="5434014"/>
                  <a:pt x="7417221" y="5438743"/>
                </a:cubicBezTo>
                <a:cubicBezTo>
                  <a:pt x="7444854" y="5443473"/>
                  <a:pt x="7473438" y="5441109"/>
                  <a:pt x="7502971" y="5431652"/>
                </a:cubicBezTo>
                <a:cubicBezTo>
                  <a:pt x="7532504" y="5422194"/>
                  <a:pt x="7572501" y="5399454"/>
                  <a:pt x="7622960" y="5363429"/>
                </a:cubicBezTo>
                <a:cubicBezTo>
                  <a:pt x="7670765" y="5329301"/>
                  <a:pt x="7705324" y="5297118"/>
                  <a:pt x="7726638" y="5266882"/>
                </a:cubicBezTo>
                <a:cubicBezTo>
                  <a:pt x="7747952" y="5236646"/>
                  <a:pt x="7759512" y="5205663"/>
                  <a:pt x="7761317" y="5173934"/>
                </a:cubicBezTo>
                <a:cubicBezTo>
                  <a:pt x="7763122" y="5142205"/>
                  <a:pt x="7754080" y="5112411"/>
                  <a:pt x="7734189" y="5084550"/>
                </a:cubicBezTo>
                <a:cubicBezTo>
                  <a:pt x="7716005" y="5059079"/>
                  <a:pt x="7692308" y="5041751"/>
                  <a:pt x="7663098" y="5032566"/>
                </a:cubicBezTo>
                <a:cubicBezTo>
                  <a:pt x="7633887" y="5023381"/>
                  <a:pt x="7605344" y="5022431"/>
                  <a:pt x="7577467" y="5029716"/>
                </a:cubicBezTo>
                <a:cubicBezTo>
                  <a:pt x="7549590" y="5037001"/>
                  <a:pt x="7503997" y="5055834"/>
                  <a:pt x="7440688" y="5086216"/>
                </a:cubicBezTo>
                <a:cubicBezTo>
                  <a:pt x="7398242" y="5106508"/>
                  <a:pt x="7371028" y="5117529"/>
                  <a:pt x="7359047" y="5119280"/>
                </a:cubicBezTo>
                <a:cubicBezTo>
                  <a:pt x="7342286" y="5121636"/>
                  <a:pt x="7329740" y="5116980"/>
                  <a:pt x="7321409" y="5105311"/>
                </a:cubicBezTo>
                <a:cubicBezTo>
                  <a:pt x="7314026" y="5094970"/>
                  <a:pt x="7312522" y="5083035"/>
                  <a:pt x="7316897" y="5069506"/>
                </a:cubicBezTo>
                <a:cubicBezTo>
                  <a:pt x="7322221" y="5051691"/>
                  <a:pt x="7335771" y="5035010"/>
                  <a:pt x="7357549" y="5019463"/>
                </a:cubicBezTo>
                <a:cubicBezTo>
                  <a:pt x="7377467" y="5005243"/>
                  <a:pt x="7396341" y="4997983"/>
                  <a:pt x="7414169" y="4997684"/>
                </a:cubicBezTo>
                <a:cubicBezTo>
                  <a:pt x="7431998" y="4997385"/>
                  <a:pt x="7451058" y="5004426"/>
                  <a:pt x="7471349" y="5018807"/>
                </a:cubicBezTo>
                <a:lnTo>
                  <a:pt x="7621481" y="4888770"/>
                </a:lnTo>
                <a:cubicBezTo>
                  <a:pt x="7583177" y="4854773"/>
                  <a:pt x="7539757" y="4838461"/>
                  <a:pt x="7491221" y="4839834"/>
                </a:cubicBezTo>
                <a:close/>
                <a:moveTo>
                  <a:pt x="4565071" y="4652502"/>
                </a:moveTo>
                <a:lnTo>
                  <a:pt x="4436817" y="4770462"/>
                </a:lnTo>
                <a:cubicBezTo>
                  <a:pt x="4375573" y="4826791"/>
                  <a:pt x="4326824" y="4857663"/>
                  <a:pt x="4290571" y="4863075"/>
                </a:cubicBezTo>
                <a:cubicBezTo>
                  <a:pt x="4265000" y="4867087"/>
                  <a:pt x="4243378" y="4859486"/>
                  <a:pt x="4225706" y="4840271"/>
                </a:cubicBezTo>
                <a:cubicBezTo>
                  <a:pt x="4216429" y="4830184"/>
                  <a:pt x="4207440" y="4813181"/>
                  <a:pt x="4198741" y="4789261"/>
                </a:cubicBezTo>
                <a:lnTo>
                  <a:pt x="4052514" y="4839959"/>
                </a:lnTo>
                <a:cubicBezTo>
                  <a:pt x="4062701" y="4878028"/>
                  <a:pt x="4077735" y="4907871"/>
                  <a:pt x="4097616" y="4929487"/>
                </a:cubicBezTo>
                <a:cubicBezTo>
                  <a:pt x="4116613" y="4950142"/>
                  <a:pt x="4137677" y="4962800"/>
                  <a:pt x="4160807" y="4967462"/>
                </a:cubicBezTo>
                <a:cubicBezTo>
                  <a:pt x="4183937" y="4972124"/>
                  <a:pt x="4215146" y="4968579"/>
                  <a:pt x="4254436" y="4956827"/>
                </a:cubicBezTo>
                <a:lnTo>
                  <a:pt x="4191750" y="5014482"/>
                </a:lnTo>
                <a:lnTo>
                  <a:pt x="4317994" y="5151742"/>
                </a:lnTo>
                <a:lnTo>
                  <a:pt x="4700593" y="4799849"/>
                </a:lnTo>
                <a:close/>
                <a:moveTo>
                  <a:pt x="7703467" y="4567079"/>
                </a:moveTo>
                <a:lnTo>
                  <a:pt x="7570505" y="4716085"/>
                </a:lnTo>
                <a:lnTo>
                  <a:pt x="8105904" y="5193836"/>
                </a:lnTo>
                <a:lnTo>
                  <a:pt x="8238866" y="5044830"/>
                </a:lnTo>
                <a:close/>
                <a:moveTo>
                  <a:pt x="4306104" y="4288468"/>
                </a:moveTo>
                <a:lnTo>
                  <a:pt x="4153646" y="4372850"/>
                </a:lnTo>
                <a:cubicBezTo>
                  <a:pt x="4080843" y="4413145"/>
                  <a:pt x="4026189" y="4431647"/>
                  <a:pt x="3989682" y="4428356"/>
                </a:cubicBezTo>
                <a:cubicBezTo>
                  <a:pt x="3963886" y="4426224"/>
                  <a:pt x="3944667" y="4413738"/>
                  <a:pt x="3932026" y="4390897"/>
                </a:cubicBezTo>
                <a:cubicBezTo>
                  <a:pt x="3925389" y="4378906"/>
                  <a:pt x="3920664" y="4360263"/>
                  <a:pt x="3917852" y="4334966"/>
                </a:cubicBezTo>
                <a:lnTo>
                  <a:pt x="3763794" y="4349745"/>
                </a:lnTo>
                <a:cubicBezTo>
                  <a:pt x="3764714" y="4389143"/>
                  <a:pt x="3772285" y="4421689"/>
                  <a:pt x="3786506" y="4447384"/>
                </a:cubicBezTo>
                <a:cubicBezTo>
                  <a:pt x="3800096" y="4471937"/>
                  <a:pt x="3817580" y="4489207"/>
                  <a:pt x="3838958" y="4499193"/>
                </a:cubicBezTo>
                <a:cubicBezTo>
                  <a:pt x="3860336" y="4509178"/>
                  <a:pt x="3891501" y="4513094"/>
                  <a:pt x="3932454" y="4510941"/>
                </a:cubicBezTo>
                <a:lnTo>
                  <a:pt x="3857938" y="4552184"/>
                </a:lnTo>
                <a:lnTo>
                  <a:pt x="3948246" y="4715347"/>
                </a:lnTo>
                <a:lnTo>
                  <a:pt x="4403048" y="4463622"/>
                </a:lnTo>
                <a:close/>
                <a:moveTo>
                  <a:pt x="8025527" y="4022578"/>
                </a:moveTo>
                <a:lnTo>
                  <a:pt x="7931209" y="4203036"/>
                </a:lnTo>
                <a:lnTo>
                  <a:pt x="8050935" y="4265613"/>
                </a:lnTo>
                <a:lnTo>
                  <a:pt x="8081119" y="4366071"/>
                </a:lnTo>
                <a:lnTo>
                  <a:pt x="7847677" y="4362855"/>
                </a:lnTo>
                <a:lnTo>
                  <a:pt x="7743705" y="4561783"/>
                </a:lnTo>
                <a:lnTo>
                  <a:pt x="8134383" y="4543409"/>
                </a:lnTo>
                <a:lnTo>
                  <a:pt x="8209381" y="4793024"/>
                </a:lnTo>
                <a:lnTo>
                  <a:pt x="8322971" y="4575694"/>
                </a:lnTo>
                <a:lnTo>
                  <a:pt x="8238890" y="4363850"/>
                </a:lnTo>
                <a:lnTo>
                  <a:pt x="8567148" y="4535419"/>
                </a:lnTo>
                <a:lnTo>
                  <a:pt x="8661468" y="4354961"/>
                </a:lnTo>
                <a:close/>
                <a:moveTo>
                  <a:pt x="3600294" y="3805209"/>
                </a:moveTo>
                <a:cubicBezTo>
                  <a:pt x="3591965" y="3843728"/>
                  <a:pt x="3591707" y="3877142"/>
                  <a:pt x="3599519" y="3905452"/>
                </a:cubicBezTo>
                <a:cubicBezTo>
                  <a:pt x="3606983" y="3932504"/>
                  <a:pt x="3619939" y="3953387"/>
                  <a:pt x="3638385" y="3968100"/>
                </a:cubicBezTo>
                <a:cubicBezTo>
                  <a:pt x="3656831" y="3982812"/>
                  <a:pt x="3686214" y="3993915"/>
                  <a:pt x="3726533" y="4001408"/>
                </a:cubicBezTo>
                <a:lnTo>
                  <a:pt x="3644433" y="4024062"/>
                </a:lnTo>
                <a:lnTo>
                  <a:pt x="3694037" y="4203832"/>
                </a:lnTo>
                <a:lnTo>
                  <a:pt x="4195129" y="4065566"/>
                </a:lnTo>
                <a:lnTo>
                  <a:pt x="4141880" y="3872584"/>
                </a:lnTo>
                <a:lnTo>
                  <a:pt x="3973905" y="3918933"/>
                </a:lnTo>
                <a:cubicBezTo>
                  <a:pt x="3893693" y="3941066"/>
                  <a:pt x="3836226" y="3946260"/>
                  <a:pt x="3801503" y="3934515"/>
                </a:cubicBezTo>
                <a:cubicBezTo>
                  <a:pt x="3776923" y="3926403"/>
                  <a:pt x="3761162" y="3909765"/>
                  <a:pt x="3754218" y="3884600"/>
                </a:cubicBezTo>
                <a:cubicBezTo>
                  <a:pt x="3750573" y="3871388"/>
                  <a:pt x="3750344" y="3852157"/>
                  <a:pt x="3753531" y="3826905"/>
                </a:cubicBezTo>
                <a:close/>
                <a:moveTo>
                  <a:pt x="8403736" y="3633669"/>
                </a:moveTo>
                <a:cubicBezTo>
                  <a:pt x="8433966" y="3641268"/>
                  <a:pt x="8455984" y="3652148"/>
                  <a:pt x="8469790" y="3666308"/>
                </a:cubicBezTo>
                <a:cubicBezTo>
                  <a:pt x="8491998" y="3688586"/>
                  <a:pt x="8500872" y="3715394"/>
                  <a:pt x="8496412" y="3746730"/>
                </a:cubicBezTo>
                <a:cubicBezTo>
                  <a:pt x="8492549" y="3773867"/>
                  <a:pt x="8481196" y="3794582"/>
                  <a:pt x="8462352" y="3808874"/>
                </a:cubicBezTo>
                <a:cubicBezTo>
                  <a:pt x="8443507" y="3823166"/>
                  <a:pt x="8414748" y="3829537"/>
                  <a:pt x="8376076" y="3827988"/>
                </a:cubicBezTo>
                <a:close/>
                <a:moveTo>
                  <a:pt x="8305179" y="3424289"/>
                </a:moveTo>
                <a:cubicBezTo>
                  <a:pt x="8279673" y="3427209"/>
                  <a:pt x="8255547" y="3433601"/>
                  <a:pt x="8232801" y="3443465"/>
                </a:cubicBezTo>
                <a:cubicBezTo>
                  <a:pt x="8187309" y="3463193"/>
                  <a:pt x="8152170" y="3491234"/>
                  <a:pt x="8127384" y="3527588"/>
                </a:cubicBezTo>
                <a:cubicBezTo>
                  <a:pt x="8102598" y="3563942"/>
                  <a:pt x="8085354" y="3616202"/>
                  <a:pt x="8075651" y="3684367"/>
                </a:cubicBezTo>
                <a:cubicBezTo>
                  <a:pt x="8064477" y="3762870"/>
                  <a:pt x="8067127" y="3824718"/>
                  <a:pt x="8083602" y="3869911"/>
                </a:cubicBezTo>
                <a:cubicBezTo>
                  <a:pt x="8100076" y="3915105"/>
                  <a:pt x="8132043" y="3956241"/>
                  <a:pt x="8179501" y="3993320"/>
                </a:cubicBezTo>
                <a:lnTo>
                  <a:pt x="8225091" y="3801553"/>
                </a:lnTo>
                <a:cubicBezTo>
                  <a:pt x="8211331" y="3787069"/>
                  <a:pt x="8202141" y="3774060"/>
                  <a:pt x="8197521" y="3762526"/>
                </a:cubicBezTo>
                <a:cubicBezTo>
                  <a:pt x="8190312" y="3743701"/>
                  <a:pt x="8188087" y="3724597"/>
                  <a:pt x="8190847" y="3705213"/>
                </a:cubicBezTo>
                <a:cubicBezTo>
                  <a:pt x="8195215" y="3674523"/>
                  <a:pt x="8209901" y="3651234"/>
                  <a:pt x="8234905" y="3635347"/>
                </a:cubicBezTo>
                <a:cubicBezTo>
                  <a:pt x="8252343" y="3623985"/>
                  <a:pt x="8277145" y="3618781"/>
                  <a:pt x="8309311" y="3619734"/>
                </a:cubicBezTo>
                <a:lnTo>
                  <a:pt x="8253026" y="4015156"/>
                </a:lnTo>
                <a:lnTo>
                  <a:pt x="8275317" y="4018329"/>
                </a:lnTo>
                <a:cubicBezTo>
                  <a:pt x="8343159" y="4027986"/>
                  <a:pt x="8399826" y="4024681"/>
                  <a:pt x="8445320" y="4008414"/>
                </a:cubicBezTo>
                <a:cubicBezTo>
                  <a:pt x="8490813" y="3992147"/>
                  <a:pt x="8527740" y="3964278"/>
                  <a:pt x="8556102" y="3924807"/>
                </a:cubicBezTo>
                <a:cubicBezTo>
                  <a:pt x="8584462" y="3885337"/>
                  <a:pt x="8603885" y="3828773"/>
                  <a:pt x="8614370" y="3755116"/>
                </a:cubicBezTo>
                <a:cubicBezTo>
                  <a:pt x="8627291" y="3664337"/>
                  <a:pt x="8612544" y="3589642"/>
                  <a:pt x="8570127" y="3531033"/>
                </a:cubicBezTo>
                <a:cubicBezTo>
                  <a:pt x="8527710" y="3472424"/>
                  <a:pt x="8466282" y="3437394"/>
                  <a:pt x="8385841" y="3425944"/>
                </a:cubicBezTo>
                <a:cubicBezTo>
                  <a:pt x="8357573" y="3421920"/>
                  <a:pt x="8330686" y="3421369"/>
                  <a:pt x="8305179" y="3424289"/>
                </a:cubicBezTo>
                <a:close/>
                <a:moveTo>
                  <a:pt x="8727972" y="2698849"/>
                </a:moveTo>
                <a:lnTo>
                  <a:pt x="8024065" y="2838183"/>
                </a:lnTo>
                <a:lnTo>
                  <a:pt x="8063604" y="3037928"/>
                </a:lnTo>
                <a:lnTo>
                  <a:pt x="8196126" y="3011695"/>
                </a:lnTo>
                <a:lnTo>
                  <a:pt x="8282587" y="3071087"/>
                </a:lnTo>
                <a:lnTo>
                  <a:pt x="8098620" y="3214827"/>
                </a:lnTo>
                <a:lnTo>
                  <a:pt x="8142205" y="3435015"/>
                </a:lnTo>
                <a:lnTo>
                  <a:pt x="8435202" y="3175942"/>
                </a:lnTo>
                <a:lnTo>
                  <a:pt x="8650038" y="3323515"/>
                </a:lnTo>
                <a:lnTo>
                  <a:pt x="8602420" y="3082958"/>
                </a:lnTo>
                <a:lnTo>
                  <a:pt x="8404168" y="2970515"/>
                </a:lnTo>
                <a:lnTo>
                  <a:pt x="8767510" y="2898593"/>
                </a:lnTo>
                <a:close/>
                <a:moveTo>
                  <a:pt x="3772973" y="2268167"/>
                </a:moveTo>
                <a:cubicBezTo>
                  <a:pt x="3751617" y="2270376"/>
                  <a:pt x="3731564" y="2274815"/>
                  <a:pt x="3712814" y="2281484"/>
                </a:cubicBezTo>
                <a:cubicBezTo>
                  <a:pt x="3675315" y="2294822"/>
                  <a:pt x="3642791" y="2317249"/>
                  <a:pt x="3615241" y="2348765"/>
                </a:cubicBezTo>
                <a:cubicBezTo>
                  <a:pt x="3587692" y="2380282"/>
                  <a:pt x="3559646" y="2433030"/>
                  <a:pt x="3531103" y="2507009"/>
                </a:cubicBezTo>
                <a:cubicBezTo>
                  <a:pt x="3501503" y="2583728"/>
                  <a:pt x="3488760" y="2648938"/>
                  <a:pt x="3492873" y="2702639"/>
                </a:cubicBezTo>
                <a:cubicBezTo>
                  <a:pt x="3498446" y="2771593"/>
                  <a:pt x="3522438" y="2831565"/>
                  <a:pt x="3564847" y="2882554"/>
                </a:cubicBezTo>
                <a:cubicBezTo>
                  <a:pt x="3607257" y="2933543"/>
                  <a:pt x="3664994" y="2973133"/>
                  <a:pt x="3738060" y="3001323"/>
                </a:cubicBezTo>
                <a:cubicBezTo>
                  <a:pt x="3807472" y="3028104"/>
                  <a:pt x="3874284" y="3038056"/>
                  <a:pt x="3938496" y="3031177"/>
                </a:cubicBezTo>
                <a:cubicBezTo>
                  <a:pt x="4002707" y="3024298"/>
                  <a:pt x="4058022" y="3001046"/>
                  <a:pt x="4104439" y="2961419"/>
                </a:cubicBezTo>
                <a:cubicBezTo>
                  <a:pt x="4150857" y="2921793"/>
                  <a:pt x="4189394" y="2862250"/>
                  <a:pt x="4220051" y="2782792"/>
                </a:cubicBezTo>
                <a:cubicBezTo>
                  <a:pt x="4244953" y="2718250"/>
                  <a:pt x="4258943" y="2659555"/>
                  <a:pt x="4262021" y="2606704"/>
                </a:cubicBezTo>
                <a:cubicBezTo>
                  <a:pt x="4265099" y="2553854"/>
                  <a:pt x="4257589" y="2488787"/>
                  <a:pt x="4239490" y="2411502"/>
                </a:cubicBezTo>
                <a:lnTo>
                  <a:pt x="3954078" y="2301382"/>
                </a:lnTo>
                <a:lnTo>
                  <a:pt x="3830744" y="2621044"/>
                </a:lnTo>
                <a:lnTo>
                  <a:pt x="3970025" y="2674783"/>
                </a:lnTo>
                <a:lnTo>
                  <a:pt x="4023411" y="2536415"/>
                </a:lnTo>
                <a:lnTo>
                  <a:pt x="4086430" y="2560729"/>
                </a:lnTo>
                <a:cubicBezTo>
                  <a:pt x="4092111" y="2594050"/>
                  <a:pt x="4094248" y="2622505"/>
                  <a:pt x="4092841" y="2646096"/>
                </a:cubicBezTo>
                <a:cubicBezTo>
                  <a:pt x="4091434" y="2669686"/>
                  <a:pt x="4086267" y="2693050"/>
                  <a:pt x="4077340" y="2716188"/>
                </a:cubicBezTo>
                <a:cubicBezTo>
                  <a:pt x="4058546" y="2764898"/>
                  <a:pt x="4028367" y="2796886"/>
                  <a:pt x="3986801" y="2812153"/>
                </a:cubicBezTo>
                <a:cubicBezTo>
                  <a:pt x="3945235" y="2827419"/>
                  <a:pt x="3888224" y="2821074"/>
                  <a:pt x="3815768" y="2793119"/>
                </a:cubicBezTo>
                <a:cubicBezTo>
                  <a:pt x="3747573" y="2766807"/>
                  <a:pt x="3702919" y="2734102"/>
                  <a:pt x="3681804" y="2695002"/>
                </a:cubicBezTo>
                <a:cubicBezTo>
                  <a:pt x="3660690" y="2655901"/>
                  <a:pt x="3658884" y="2613671"/>
                  <a:pt x="3676386" y="2568309"/>
                </a:cubicBezTo>
                <a:cubicBezTo>
                  <a:pt x="3688131" y="2537865"/>
                  <a:pt x="3704491" y="2515409"/>
                  <a:pt x="3725462" y="2500941"/>
                </a:cubicBezTo>
                <a:cubicBezTo>
                  <a:pt x="3746434" y="2486473"/>
                  <a:pt x="3771139" y="2480004"/>
                  <a:pt x="3799579" y="2481533"/>
                </a:cubicBezTo>
                <a:lnTo>
                  <a:pt x="3840956" y="2268230"/>
                </a:lnTo>
                <a:cubicBezTo>
                  <a:pt x="3816991" y="2265979"/>
                  <a:pt x="3794330" y="2265958"/>
                  <a:pt x="3772973" y="2268167"/>
                </a:cubicBezTo>
                <a:close/>
                <a:moveTo>
                  <a:pt x="8540149" y="2267892"/>
                </a:moveTo>
                <a:lnTo>
                  <a:pt x="7891839" y="2575451"/>
                </a:lnTo>
                <a:lnTo>
                  <a:pt x="7977435" y="2755881"/>
                </a:lnTo>
                <a:lnTo>
                  <a:pt x="8625745" y="2448322"/>
                </a:lnTo>
                <a:close/>
                <a:moveTo>
                  <a:pt x="8149307" y="2018992"/>
                </a:moveTo>
                <a:lnTo>
                  <a:pt x="7749625" y="2297283"/>
                </a:lnTo>
                <a:cubicBezTo>
                  <a:pt x="7721239" y="2317048"/>
                  <a:pt x="7699776" y="2326625"/>
                  <a:pt x="7685235" y="2326014"/>
                </a:cubicBezTo>
                <a:cubicBezTo>
                  <a:pt x="7670694" y="2325403"/>
                  <a:pt x="7658575" y="2318135"/>
                  <a:pt x="7648879" y="2304209"/>
                </a:cubicBezTo>
                <a:cubicBezTo>
                  <a:pt x="7644591" y="2298050"/>
                  <a:pt x="7639217" y="2287477"/>
                  <a:pt x="7632758" y="2272490"/>
                </a:cubicBezTo>
                <a:lnTo>
                  <a:pt x="7496797" y="2330776"/>
                </a:lnTo>
                <a:cubicBezTo>
                  <a:pt x="7520055" y="2384166"/>
                  <a:pt x="7542685" y="2426660"/>
                  <a:pt x="7564687" y="2458260"/>
                </a:cubicBezTo>
                <a:cubicBezTo>
                  <a:pt x="7591351" y="2496555"/>
                  <a:pt x="7618690" y="2521257"/>
                  <a:pt x="7646705" y="2532368"/>
                </a:cubicBezTo>
                <a:cubicBezTo>
                  <a:pt x="7674720" y="2543478"/>
                  <a:pt x="7702364" y="2545205"/>
                  <a:pt x="7729637" y="2537547"/>
                </a:cubicBezTo>
                <a:cubicBezTo>
                  <a:pt x="7756910" y="2529890"/>
                  <a:pt x="7796925" y="2507694"/>
                  <a:pt x="7849680" y="2470962"/>
                </a:cubicBezTo>
                <a:lnTo>
                  <a:pt x="8263421" y="2182881"/>
                </a:lnTo>
                <a:close/>
                <a:moveTo>
                  <a:pt x="4341794" y="1920307"/>
                </a:moveTo>
                <a:cubicBezTo>
                  <a:pt x="4368495" y="1920863"/>
                  <a:pt x="4395804" y="1933923"/>
                  <a:pt x="4423721" y="1959484"/>
                </a:cubicBezTo>
                <a:cubicBezTo>
                  <a:pt x="4451638" y="1985047"/>
                  <a:pt x="4466842" y="2010360"/>
                  <a:pt x="4469331" y="2035426"/>
                </a:cubicBezTo>
                <a:cubicBezTo>
                  <a:pt x="4471821" y="2060491"/>
                  <a:pt x="4464692" y="2082168"/>
                  <a:pt x="4447945" y="2100459"/>
                </a:cubicBezTo>
                <a:cubicBezTo>
                  <a:pt x="4430316" y="2119712"/>
                  <a:pt x="4409424" y="2129120"/>
                  <a:pt x="4385269" y="2128683"/>
                </a:cubicBezTo>
                <a:cubicBezTo>
                  <a:pt x="4361114" y="2128245"/>
                  <a:pt x="4335198" y="2115356"/>
                  <a:pt x="4307521" y="2090015"/>
                </a:cubicBezTo>
                <a:cubicBezTo>
                  <a:pt x="4275995" y="2061147"/>
                  <a:pt x="4258555" y="2034893"/>
                  <a:pt x="4255204" y="2011251"/>
                </a:cubicBezTo>
                <a:cubicBezTo>
                  <a:pt x="4251853" y="1987609"/>
                  <a:pt x="4258772" y="1966403"/>
                  <a:pt x="4275960" y="1947631"/>
                </a:cubicBezTo>
                <a:cubicBezTo>
                  <a:pt x="4293148" y="1928859"/>
                  <a:pt x="4315094" y="1919751"/>
                  <a:pt x="4341794" y="1920307"/>
                </a:cubicBezTo>
                <a:close/>
                <a:moveTo>
                  <a:pt x="8311590" y="1905998"/>
                </a:moveTo>
                <a:lnTo>
                  <a:pt x="8199117" y="1984311"/>
                </a:lnTo>
                <a:lnTo>
                  <a:pt x="8313230" y="2148199"/>
                </a:lnTo>
                <a:lnTo>
                  <a:pt x="8425704" y="2069887"/>
                </a:lnTo>
                <a:close/>
                <a:moveTo>
                  <a:pt x="4374142" y="1643980"/>
                </a:moveTo>
                <a:lnTo>
                  <a:pt x="4248204" y="1781521"/>
                </a:lnTo>
                <a:lnTo>
                  <a:pt x="4304881" y="1833416"/>
                </a:lnTo>
                <a:cubicBezTo>
                  <a:pt x="4266111" y="1828888"/>
                  <a:pt x="4232803" y="1831683"/>
                  <a:pt x="4204955" y="1841802"/>
                </a:cubicBezTo>
                <a:cubicBezTo>
                  <a:pt x="4177108" y="1851920"/>
                  <a:pt x="4149522" y="1871900"/>
                  <a:pt x="4122197" y="1901743"/>
                </a:cubicBezTo>
                <a:cubicBezTo>
                  <a:pt x="4079447" y="1948433"/>
                  <a:pt x="4060493" y="2000541"/>
                  <a:pt x="4065336" y="2058069"/>
                </a:cubicBezTo>
                <a:cubicBezTo>
                  <a:pt x="4070180" y="2115595"/>
                  <a:pt x="4102444" y="2171683"/>
                  <a:pt x="4162129" y="2226333"/>
                </a:cubicBezTo>
                <a:cubicBezTo>
                  <a:pt x="4214354" y="2274152"/>
                  <a:pt x="4266598" y="2301415"/>
                  <a:pt x="4318859" y="2308121"/>
                </a:cubicBezTo>
                <a:cubicBezTo>
                  <a:pt x="4392491" y="2317580"/>
                  <a:pt x="4452776" y="2296679"/>
                  <a:pt x="4499713" y="2245417"/>
                </a:cubicBezTo>
                <a:cubicBezTo>
                  <a:pt x="4523732" y="2219185"/>
                  <a:pt x="4540083" y="2189248"/>
                  <a:pt x="4548763" y="2155607"/>
                </a:cubicBezTo>
                <a:cubicBezTo>
                  <a:pt x="4554284" y="2134115"/>
                  <a:pt x="4555111" y="2108326"/>
                  <a:pt x="4551246" y="2078241"/>
                </a:cubicBezTo>
                <a:lnTo>
                  <a:pt x="4609367" y="2131458"/>
                </a:lnTo>
                <a:cubicBezTo>
                  <a:pt x="4637525" y="2157241"/>
                  <a:pt x="4652467" y="2180545"/>
                  <a:pt x="4654192" y="2201371"/>
                </a:cubicBezTo>
                <a:cubicBezTo>
                  <a:pt x="4655918" y="2222197"/>
                  <a:pt x="4647085" y="2243199"/>
                  <a:pt x="4627693" y="2264378"/>
                </a:cubicBezTo>
                <a:cubicBezTo>
                  <a:pt x="4612709" y="2280744"/>
                  <a:pt x="4596527" y="2290926"/>
                  <a:pt x="4579150" y="2294924"/>
                </a:cubicBezTo>
                <a:cubicBezTo>
                  <a:pt x="4567265" y="2297758"/>
                  <a:pt x="4553051" y="2294919"/>
                  <a:pt x="4536510" y="2286409"/>
                </a:cubicBezTo>
                <a:lnTo>
                  <a:pt x="4389699" y="2414130"/>
                </a:lnTo>
                <a:cubicBezTo>
                  <a:pt x="4397441" y="2422104"/>
                  <a:pt x="4403719" y="2428295"/>
                  <a:pt x="4408532" y="2432702"/>
                </a:cubicBezTo>
                <a:cubicBezTo>
                  <a:pt x="4447279" y="2468180"/>
                  <a:pt x="4491372" y="2482117"/>
                  <a:pt x="4540809" y="2474512"/>
                </a:cubicBezTo>
                <a:cubicBezTo>
                  <a:pt x="4590247" y="2466907"/>
                  <a:pt x="4650224" y="2424598"/>
                  <a:pt x="4720740" y="2347584"/>
                </a:cubicBezTo>
                <a:cubicBezTo>
                  <a:pt x="4751591" y="2313891"/>
                  <a:pt x="4775962" y="2281233"/>
                  <a:pt x="4793855" y="2249612"/>
                </a:cubicBezTo>
                <a:cubicBezTo>
                  <a:pt x="4811748" y="2217990"/>
                  <a:pt x="4821723" y="2187526"/>
                  <a:pt x="4823781" y="2158218"/>
                </a:cubicBezTo>
                <a:cubicBezTo>
                  <a:pt x="4825840" y="2128911"/>
                  <a:pt x="4820661" y="2099172"/>
                  <a:pt x="4808246" y="2069001"/>
                </a:cubicBezTo>
                <a:cubicBezTo>
                  <a:pt x="4795831" y="2038830"/>
                  <a:pt x="4777590" y="2012727"/>
                  <a:pt x="4753524" y="1990690"/>
                </a:cubicBezTo>
                <a:lnTo>
                  <a:pt x="4736226" y="1975516"/>
                </a:lnTo>
                <a:close/>
                <a:moveTo>
                  <a:pt x="7380231" y="1514435"/>
                </a:moveTo>
                <a:cubicBezTo>
                  <a:pt x="7391273" y="1516009"/>
                  <a:pt x="7402159" y="1520217"/>
                  <a:pt x="7412889" y="1527059"/>
                </a:cubicBezTo>
                <a:cubicBezTo>
                  <a:pt x="7434350" y="1540743"/>
                  <a:pt x="7447115" y="1560783"/>
                  <a:pt x="7451183" y="1587178"/>
                </a:cubicBezTo>
                <a:cubicBezTo>
                  <a:pt x="7455252" y="1613573"/>
                  <a:pt x="7447110" y="1642728"/>
                  <a:pt x="7426760" y="1674644"/>
                </a:cubicBezTo>
                <a:cubicBezTo>
                  <a:pt x="7406409" y="1706560"/>
                  <a:pt x="7384105" y="1725912"/>
                  <a:pt x="7359847" y="1732697"/>
                </a:cubicBezTo>
                <a:cubicBezTo>
                  <a:pt x="7335590" y="1739483"/>
                  <a:pt x="7313006" y="1736209"/>
                  <a:pt x="7292095" y="1722876"/>
                </a:cubicBezTo>
                <a:cubicBezTo>
                  <a:pt x="7270084" y="1708841"/>
                  <a:pt x="7257206" y="1689890"/>
                  <a:pt x="7253461" y="1666024"/>
                </a:cubicBezTo>
                <a:cubicBezTo>
                  <a:pt x="7249716" y="1642157"/>
                  <a:pt x="7257930" y="1614403"/>
                  <a:pt x="7278106" y="1582761"/>
                </a:cubicBezTo>
                <a:cubicBezTo>
                  <a:pt x="7301088" y="1546717"/>
                  <a:pt x="7323932" y="1525003"/>
                  <a:pt x="7346639" y="1517614"/>
                </a:cubicBezTo>
                <a:cubicBezTo>
                  <a:pt x="7357992" y="1513921"/>
                  <a:pt x="7369189" y="1512861"/>
                  <a:pt x="7380231" y="1514435"/>
                </a:cubicBezTo>
                <a:close/>
                <a:moveTo>
                  <a:pt x="4882837" y="1480063"/>
                </a:moveTo>
                <a:cubicBezTo>
                  <a:pt x="4894818" y="1478999"/>
                  <a:pt x="4907050" y="1480681"/>
                  <a:pt x="4919535" y="1485106"/>
                </a:cubicBezTo>
                <a:cubicBezTo>
                  <a:pt x="4944505" y="1493959"/>
                  <a:pt x="4967103" y="1516095"/>
                  <a:pt x="4987328" y="1551517"/>
                </a:cubicBezTo>
                <a:cubicBezTo>
                  <a:pt x="5009657" y="1590622"/>
                  <a:pt x="5018389" y="1623025"/>
                  <a:pt x="5013524" y="1648724"/>
                </a:cubicBezTo>
                <a:cubicBezTo>
                  <a:pt x="5008658" y="1674424"/>
                  <a:pt x="4995174" y="1693584"/>
                  <a:pt x="4973071" y="1706205"/>
                </a:cubicBezTo>
                <a:cubicBezTo>
                  <a:pt x="4952385" y="1718016"/>
                  <a:pt x="4930134" y="1719354"/>
                  <a:pt x="4906317" y="1710220"/>
                </a:cubicBezTo>
                <a:cubicBezTo>
                  <a:pt x="4882501" y="1701085"/>
                  <a:pt x="4860076" y="1678099"/>
                  <a:pt x="4839042" y="1641260"/>
                </a:cubicBezTo>
                <a:cubicBezTo>
                  <a:pt x="4816551" y="1601871"/>
                  <a:pt x="4807333" y="1569934"/>
                  <a:pt x="4811389" y="1545448"/>
                </a:cubicBezTo>
                <a:cubicBezTo>
                  <a:pt x="4815445" y="1520963"/>
                  <a:pt x="4827532" y="1502976"/>
                  <a:pt x="4847651" y="1491488"/>
                </a:cubicBezTo>
                <a:cubicBezTo>
                  <a:pt x="4859128" y="1484935"/>
                  <a:pt x="4870856" y="1481127"/>
                  <a:pt x="4882837" y="1480063"/>
                </a:cubicBezTo>
                <a:close/>
                <a:moveTo>
                  <a:pt x="7309340" y="1332233"/>
                </a:moveTo>
                <a:cubicBezTo>
                  <a:pt x="7295537" y="1332865"/>
                  <a:pt x="7281657" y="1335021"/>
                  <a:pt x="7267701" y="1338700"/>
                </a:cubicBezTo>
                <a:cubicBezTo>
                  <a:pt x="7211877" y="1353416"/>
                  <a:pt x="7162211" y="1394891"/>
                  <a:pt x="7118703" y="1463126"/>
                </a:cubicBezTo>
                <a:cubicBezTo>
                  <a:pt x="7080633" y="1522831"/>
                  <a:pt x="7062813" y="1579002"/>
                  <a:pt x="7065244" y="1631636"/>
                </a:cubicBezTo>
                <a:cubicBezTo>
                  <a:pt x="7068656" y="1705794"/>
                  <a:pt x="7099665" y="1761558"/>
                  <a:pt x="7158270" y="1798926"/>
                </a:cubicBezTo>
                <a:cubicBezTo>
                  <a:pt x="7188260" y="1818048"/>
                  <a:pt x="7220573" y="1828977"/>
                  <a:pt x="7255208" y="1831711"/>
                </a:cubicBezTo>
                <a:cubicBezTo>
                  <a:pt x="7277330" y="1833432"/>
                  <a:pt x="7302874" y="1829789"/>
                  <a:pt x="7331838" y="1820780"/>
                </a:cubicBezTo>
                <a:lnTo>
                  <a:pt x="7289470" y="1887226"/>
                </a:lnTo>
                <a:cubicBezTo>
                  <a:pt x="7268944" y="1919418"/>
                  <a:pt x="7248574" y="1938164"/>
                  <a:pt x="7228360" y="1943464"/>
                </a:cubicBezTo>
                <a:cubicBezTo>
                  <a:pt x="7208145" y="1948764"/>
                  <a:pt x="7185932" y="1943695"/>
                  <a:pt x="7161720" y="1928257"/>
                </a:cubicBezTo>
                <a:cubicBezTo>
                  <a:pt x="7143010" y="1916327"/>
                  <a:pt x="7130184" y="1902150"/>
                  <a:pt x="7123241" y="1885726"/>
                </a:cubicBezTo>
                <a:cubicBezTo>
                  <a:pt x="7118396" y="1874509"/>
                  <a:pt x="7118734" y="1860019"/>
                  <a:pt x="7124256" y="1842255"/>
                </a:cubicBezTo>
                <a:lnTo>
                  <a:pt x="6973077" y="1719736"/>
                </a:lnTo>
                <a:cubicBezTo>
                  <a:pt x="6966562" y="1728741"/>
                  <a:pt x="6961550" y="1735994"/>
                  <a:pt x="6958041" y="1741496"/>
                </a:cubicBezTo>
                <a:cubicBezTo>
                  <a:pt x="6929796" y="1785794"/>
                  <a:pt x="6923692" y="1831632"/>
                  <a:pt x="6939729" y="1879010"/>
                </a:cubicBezTo>
                <a:cubicBezTo>
                  <a:pt x="6955767" y="1926388"/>
                  <a:pt x="7007808" y="1978148"/>
                  <a:pt x="7095853" y="2034288"/>
                </a:cubicBezTo>
                <a:cubicBezTo>
                  <a:pt x="7134373" y="2058849"/>
                  <a:pt x="7170752" y="2077207"/>
                  <a:pt x="7204991" y="2089364"/>
                </a:cubicBezTo>
                <a:cubicBezTo>
                  <a:pt x="7239230" y="2101519"/>
                  <a:pt x="7270960" y="2106078"/>
                  <a:pt x="7300182" y="2103038"/>
                </a:cubicBezTo>
                <a:cubicBezTo>
                  <a:pt x="7329404" y="2099998"/>
                  <a:pt x="7357800" y="2089757"/>
                  <a:pt x="7385371" y="2072313"/>
                </a:cubicBezTo>
                <a:cubicBezTo>
                  <a:pt x="7412941" y="2054869"/>
                  <a:pt x="7435498" y="2032390"/>
                  <a:pt x="7453042" y="2004876"/>
                </a:cubicBezTo>
                <a:lnTo>
                  <a:pt x="7464997" y="1985216"/>
                </a:lnTo>
                <a:lnTo>
                  <a:pt x="7728942" y="1571266"/>
                </a:lnTo>
                <a:lnTo>
                  <a:pt x="7571699" y="1471003"/>
                </a:lnTo>
                <a:lnTo>
                  <a:pt x="7530384" y="1535799"/>
                </a:lnTo>
                <a:cubicBezTo>
                  <a:pt x="7528142" y="1496830"/>
                  <a:pt x="7519630" y="1464506"/>
                  <a:pt x="7504849" y="1438827"/>
                </a:cubicBezTo>
                <a:cubicBezTo>
                  <a:pt x="7490069" y="1413149"/>
                  <a:pt x="7465620" y="1389432"/>
                  <a:pt x="7431502" y="1367678"/>
                </a:cubicBezTo>
                <a:cubicBezTo>
                  <a:pt x="7391470" y="1342152"/>
                  <a:pt x="7350749" y="1330337"/>
                  <a:pt x="7309340" y="1332233"/>
                </a:cubicBezTo>
                <a:close/>
                <a:moveTo>
                  <a:pt x="6704165" y="1239382"/>
                </a:moveTo>
                <a:cubicBezTo>
                  <a:pt x="6714795" y="1237285"/>
                  <a:pt x="6725700" y="1237757"/>
                  <a:pt x="6736878" y="1240797"/>
                </a:cubicBezTo>
                <a:cubicBezTo>
                  <a:pt x="6762383" y="1247734"/>
                  <a:pt x="6780846" y="1263154"/>
                  <a:pt x="6792268" y="1287057"/>
                </a:cubicBezTo>
                <a:cubicBezTo>
                  <a:pt x="6803689" y="1310961"/>
                  <a:pt x="6804048" y="1342592"/>
                  <a:pt x="6793343" y="1381952"/>
                </a:cubicBezTo>
                <a:cubicBezTo>
                  <a:pt x="6781525" y="1425405"/>
                  <a:pt x="6764817" y="1454509"/>
                  <a:pt x="6743220" y="1469263"/>
                </a:cubicBezTo>
                <a:cubicBezTo>
                  <a:pt x="6721622" y="1484017"/>
                  <a:pt x="6698543" y="1488054"/>
                  <a:pt x="6673983" y="1481374"/>
                </a:cubicBezTo>
                <a:cubicBezTo>
                  <a:pt x="6650997" y="1475123"/>
                  <a:pt x="6634302" y="1460353"/>
                  <a:pt x="6623896" y="1437064"/>
                </a:cubicBezTo>
                <a:cubicBezTo>
                  <a:pt x="6613491" y="1413774"/>
                  <a:pt x="6613855" y="1381663"/>
                  <a:pt x="6624988" y="1340729"/>
                </a:cubicBezTo>
                <a:cubicBezTo>
                  <a:pt x="6636892" y="1296961"/>
                  <a:pt x="6652927" y="1267844"/>
                  <a:pt x="6673093" y="1253377"/>
                </a:cubicBezTo>
                <a:cubicBezTo>
                  <a:pt x="6683177" y="1246144"/>
                  <a:pt x="6693534" y="1241478"/>
                  <a:pt x="6704165" y="1239382"/>
                </a:cubicBezTo>
                <a:close/>
                <a:moveTo>
                  <a:pt x="6013393" y="1154697"/>
                </a:moveTo>
                <a:cubicBezTo>
                  <a:pt x="6038838" y="1154065"/>
                  <a:pt x="6060617" y="1163561"/>
                  <a:pt x="6078730" y="1183186"/>
                </a:cubicBezTo>
                <a:cubicBezTo>
                  <a:pt x="6096844" y="1202811"/>
                  <a:pt x="6106370" y="1231544"/>
                  <a:pt x="6107310" y="1269385"/>
                </a:cubicBezTo>
                <a:cubicBezTo>
                  <a:pt x="6108249" y="1307226"/>
                  <a:pt x="6100552" y="1335733"/>
                  <a:pt x="6084218" y="1354907"/>
                </a:cubicBezTo>
                <a:cubicBezTo>
                  <a:pt x="6067884" y="1374082"/>
                  <a:pt x="6047320" y="1383977"/>
                  <a:pt x="6022528" y="1384592"/>
                </a:cubicBezTo>
                <a:cubicBezTo>
                  <a:pt x="5996431" y="1385240"/>
                  <a:pt x="5975166" y="1376710"/>
                  <a:pt x="5958731" y="1359002"/>
                </a:cubicBezTo>
                <a:cubicBezTo>
                  <a:pt x="5942297" y="1341294"/>
                  <a:pt x="5933615" y="1313683"/>
                  <a:pt x="5932683" y="1276168"/>
                </a:cubicBezTo>
                <a:cubicBezTo>
                  <a:pt x="5931622" y="1233434"/>
                  <a:pt x="5938448" y="1202663"/>
                  <a:pt x="5953159" y="1183856"/>
                </a:cubicBezTo>
                <a:cubicBezTo>
                  <a:pt x="5967870" y="1165048"/>
                  <a:pt x="5987948" y="1155328"/>
                  <a:pt x="6013393" y="1154697"/>
                </a:cubicBezTo>
                <a:close/>
                <a:moveTo>
                  <a:pt x="4934551" y="1056338"/>
                </a:moveTo>
                <a:lnTo>
                  <a:pt x="4759851" y="1156089"/>
                </a:lnTo>
                <a:lnTo>
                  <a:pt x="4883146" y="1372020"/>
                </a:lnTo>
                <a:cubicBezTo>
                  <a:pt x="4855788" y="1363592"/>
                  <a:pt x="4828540" y="1361114"/>
                  <a:pt x="4801400" y="1364586"/>
                </a:cubicBezTo>
                <a:cubicBezTo>
                  <a:pt x="4774261" y="1368057"/>
                  <a:pt x="4747232" y="1377479"/>
                  <a:pt x="4720312" y="1392851"/>
                </a:cubicBezTo>
                <a:cubicBezTo>
                  <a:pt x="4665053" y="1424402"/>
                  <a:pt x="4630828" y="1470249"/>
                  <a:pt x="4617633" y="1530389"/>
                </a:cubicBezTo>
                <a:cubicBezTo>
                  <a:pt x="4604439" y="1590529"/>
                  <a:pt x="4619200" y="1658005"/>
                  <a:pt x="4661916" y="1732815"/>
                </a:cubicBezTo>
                <a:cubicBezTo>
                  <a:pt x="4700102" y="1799692"/>
                  <a:pt x="4748767" y="1847245"/>
                  <a:pt x="4807911" y="1875475"/>
                </a:cubicBezTo>
                <a:cubicBezTo>
                  <a:pt x="4867055" y="1903704"/>
                  <a:pt x="4927372" y="1900264"/>
                  <a:pt x="4988865" y="1865152"/>
                </a:cubicBezTo>
                <a:cubicBezTo>
                  <a:pt x="5019469" y="1847677"/>
                  <a:pt x="5043518" y="1825303"/>
                  <a:pt x="5061011" y="1798029"/>
                </a:cubicBezTo>
                <a:cubicBezTo>
                  <a:pt x="5074051" y="1777432"/>
                  <a:pt x="5083815" y="1746493"/>
                  <a:pt x="5090305" y="1705211"/>
                </a:cubicBezTo>
                <a:lnTo>
                  <a:pt x="5128410" y="1771946"/>
                </a:lnTo>
                <a:lnTo>
                  <a:pt x="5290357" y="1679475"/>
                </a:lnTo>
                <a:close/>
                <a:moveTo>
                  <a:pt x="5939837" y="1012085"/>
                </a:moveTo>
                <a:cubicBezTo>
                  <a:pt x="5876551" y="1013656"/>
                  <a:pt x="5825862" y="1036131"/>
                  <a:pt x="5787769" y="1079511"/>
                </a:cubicBezTo>
                <a:cubicBezTo>
                  <a:pt x="5749677" y="1122890"/>
                  <a:pt x="5731634" y="1185030"/>
                  <a:pt x="5733643" y="1265932"/>
                </a:cubicBezTo>
                <a:cubicBezTo>
                  <a:pt x="5735400" y="1336720"/>
                  <a:pt x="5751983" y="1393268"/>
                  <a:pt x="5783389" y="1435574"/>
                </a:cubicBezTo>
                <a:cubicBezTo>
                  <a:pt x="5827630" y="1495189"/>
                  <a:pt x="5884492" y="1524134"/>
                  <a:pt x="5953975" y="1522409"/>
                </a:cubicBezTo>
                <a:cubicBezTo>
                  <a:pt x="5989532" y="1521526"/>
                  <a:pt x="6022440" y="1512549"/>
                  <a:pt x="6052699" y="1495477"/>
                </a:cubicBezTo>
                <a:cubicBezTo>
                  <a:pt x="6072013" y="1484552"/>
                  <a:pt x="6091170" y="1467266"/>
                  <a:pt x="6110167" y="1443619"/>
                </a:cubicBezTo>
                <a:lnTo>
                  <a:pt x="6112122" y="1522399"/>
                </a:lnTo>
                <a:cubicBezTo>
                  <a:pt x="6113070" y="1560567"/>
                  <a:pt x="6106639" y="1587492"/>
                  <a:pt x="6092829" y="1603176"/>
                </a:cubicBezTo>
                <a:cubicBezTo>
                  <a:pt x="6079020" y="1618861"/>
                  <a:pt x="6057762" y="1627059"/>
                  <a:pt x="6029055" y="1627772"/>
                </a:cubicBezTo>
                <a:cubicBezTo>
                  <a:pt x="6006873" y="1628323"/>
                  <a:pt x="5988316" y="1623724"/>
                  <a:pt x="5973385" y="1613976"/>
                </a:cubicBezTo>
                <a:cubicBezTo>
                  <a:pt x="5963102" y="1607376"/>
                  <a:pt x="5955292" y="1595166"/>
                  <a:pt x="5949953" y="1577346"/>
                </a:cubicBezTo>
                <a:lnTo>
                  <a:pt x="5756125" y="1560126"/>
                </a:lnTo>
                <a:cubicBezTo>
                  <a:pt x="5755748" y="1571233"/>
                  <a:pt x="5755640" y="1580049"/>
                  <a:pt x="5755802" y="1586573"/>
                </a:cubicBezTo>
                <a:cubicBezTo>
                  <a:pt x="5757107" y="1639094"/>
                  <a:pt x="5777639" y="1680528"/>
                  <a:pt x="5817398" y="1710877"/>
                </a:cubicBezTo>
                <a:cubicBezTo>
                  <a:pt x="5857158" y="1741225"/>
                  <a:pt x="5929232" y="1755104"/>
                  <a:pt x="6033621" y="1752512"/>
                </a:cubicBezTo>
                <a:cubicBezTo>
                  <a:pt x="6079291" y="1751378"/>
                  <a:pt x="6119721" y="1746294"/>
                  <a:pt x="6154913" y="1737260"/>
                </a:cubicBezTo>
                <a:cubicBezTo>
                  <a:pt x="6190104" y="1728226"/>
                  <a:pt x="6218972" y="1714290"/>
                  <a:pt x="6241517" y="1695451"/>
                </a:cubicBezTo>
                <a:cubicBezTo>
                  <a:pt x="6264062" y="1676612"/>
                  <a:pt x="6281899" y="1652259"/>
                  <a:pt x="6295030" y="1622393"/>
                </a:cubicBezTo>
                <a:cubicBezTo>
                  <a:pt x="6308162" y="1592526"/>
                  <a:pt x="6314322" y="1561282"/>
                  <a:pt x="6313512" y="1528661"/>
                </a:cubicBezTo>
                <a:lnTo>
                  <a:pt x="6312452" y="1505675"/>
                </a:lnTo>
                <a:lnTo>
                  <a:pt x="6300267" y="1014887"/>
                </a:lnTo>
                <a:lnTo>
                  <a:pt x="6113837" y="1019516"/>
                </a:lnTo>
                <a:lnTo>
                  <a:pt x="6115744" y="1096339"/>
                </a:lnTo>
                <a:cubicBezTo>
                  <a:pt x="6092123" y="1065263"/>
                  <a:pt x="6067013" y="1043201"/>
                  <a:pt x="6040413" y="1030152"/>
                </a:cubicBezTo>
                <a:cubicBezTo>
                  <a:pt x="6013812" y="1017103"/>
                  <a:pt x="5980287" y="1011080"/>
                  <a:pt x="5939837" y="1012085"/>
                </a:cubicBezTo>
                <a:close/>
                <a:moveTo>
                  <a:pt x="6911649" y="941371"/>
                </a:moveTo>
                <a:lnTo>
                  <a:pt x="6846392" y="1181306"/>
                </a:lnTo>
                <a:cubicBezTo>
                  <a:pt x="6832980" y="1156015"/>
                  <a:pt x="6815443" y="1135014"/>
                  <a:pt x="6793781" y="1118301"/>
                </a:cubicBezTo>
                <a:cubicBezTo>
                  <a:pt x="6772119" y="1101588"/>
                  <a:pt x="6746331" y="1089163"/>
                  <a:pt x="6716418" y="1081028"/>
                </a:cubicBezTo>
                <a:cubicBezTo>
                  <a:pt x="6655017" y="1064328"/>
                  <a:pt x="6598406" y="1072603"/>
                  <a:pt x="6546585" y="1105853"/>
                </a:cubicBezTo>
                <a:cubicBezTo>
                  <a:pt x="6494763" y="1139102"/>
                  <a:pt x="6457548" y="1197290"/>
                  <a:pt x="6434940" y="1280417"/>
                </a:cubicBezTo>
                <a:cubicBezTo>
                  <a:pt x="6414729" y="1354728"/>
                  <a:pt x="6415586" y="1422764"/>
                  <a:pt x="6437508" y="1484523"/>
                </a:cubicBezTo>
                <a:cubicBezTo>
                  <a:pt x="6459431" y="1546284"/>
                  <a:pt x="6504557" y="1586456"/>
                  <a:pt x="6572885" y="1605039"/>
                </a:cubicBezTo>
                <a:cubicBezTo>
                  <a:pt x="6606891" y="1614288"/>
                  <a:pt x="6639719" y="1615439"/>
                  <a:pt x="6671367" y="1608490"/>
                </a:cubicBezTo>
                <a:cubicBezTo>
                  <a:pt x="6695147" y="1603122"/>
                  <a:pt x="6723913" y="1588119"/>
                  <a:pt x="6757667" y="1563483"/>
                </a:cubicBezTo>
                <a:lnTo>
                  <a:pt x="6737499" y="1637636"/>
                </a:lnTo>
                <a:lnTo>
                  <a:pt x="6917451" y="1686578"/>
                </a:lnTo>
                <a:lnTo>
                  <a:pt x="7105769" y="994166"/>
                </a:lnTo>
                <a:close/>
                <a:moveTo>
                  <a:pt x="5410759" y="905306"/>
                </a:moveTo>
                <a:lnTo>
                  <a:pt x="5245559" y="1057146"/>
                </a:lnTo>
                <a:lnTo>
                  <a:pt x="5271006" y="1149139"/>
                </a:lnTo>
                <a:lnTo>
                  <a:pt x="5200242" y="1168713"/>
                </a:lnTo>
                <a:lnTo>
                  <a:pt x="5239131" y="1309296"/>
                </a:lnTo>
                <a:lnTo>
                  <a:pt x="5309894" y="1289721"/>
                </a:lnTo>
                <a:lnTo>
                  <a:pt x="5358640" y="1465935"/>
                </a:lnTo>
                <a:cubicBezTo>
                  <a:pt x="5374106" y="1521843"/>
                  <a:pt x="5390717" y="1560782"/>
                  <a:pt x="5408475" y="1582752"/>
                </a:cubicBezTo>
                <a:cubicBezTo>
                  <a:pt x="5426233" y="1604721"/>
                  <a:pt x="5448129" y="1618699"/>
                  <a:pt x="5474162" y="1624686"/>
                </a:cubicBezTo>
                <a:cubicBezTo>
                  <a:pt x="5500195" y="1630673"/>
                  <a:pt x="5537114" y="1627054"/>
                  <a:pt x="5584918" y="1613830"/>
                </a:cubicBezTo>
                <a:cubicBezTo>
                  <a:pt x="5626119" y="1602433"/>
                  <a:pt x="5669027" y="1584977"/>
                  <a:pt x="5713646" y="1561461"/>
                </a:cubicBezTo>
                <a:lnTo>
                  <a:pt x="5662829" y="1432836"/>
                </a:lnTo>
                <a:cubicBezTo>
                  <a:pt x="5639612" y="1448045"/>
                  <a:pt x="5620928" y="1457607"/>
                  <a:pt x="5606775" y="1461522"/>
                </a:cubicBezTo>
                <a:cubicBezTo>
                  <a:pt x="5591051" y="1465872"/>
                  <a:pt x="5578566" y="1463581"/>
                  <a:pt x="5569324" y="1454647"/>
                </a:cubicBezTo>
                <a:cubicBezTo>
                  <a:pt x="5563325" y="1448874"/>
                  <a:pt x="5557375" y="1435316"/>
                  <a:pt x="5551470" y="1413974"/>
                </a:cubicBezTo>
                <a:lnTo>
                  <a:pt x="5502370" y="1236477"/>
                </a:lnTo>
                <a:lnTo>
                  <a:pt x="5608043" y="1207245"/>
                </a:lnTo>
                <a:lnTo>
                  <a:pt x="5569154" y="1066663"/>
                </a:lnTo>
                <a:lnTo>
                  <a:pt x="5463481" y="1095894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2629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0" fill="hold"/>
                                        <p:tgtEl>
                                          <p:spTgt spid="4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9bd675e916a178c76402e06770dda15e">
            <a:hlinkClick r:id="" action="ppaction://media"/>
            <a:extLst>
              <a:ext uri="{FF2B5EF4-FFF2-40B4-BE49-F238E27FC236}">
                <a16:creationId xmlns:a16="http://schemas.microsoft.com/office/drawing/2014/main" id="{7B793FAC-122A-40E4-8B83-4EBFD7C3B90C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224"/>
                </p14:media>
              </p:ext>
            </p:extLst>
          </p:nvPr>
        </p:nvPicPr>
        <p:blipFill>
          <a:blip r:embed="rId4">
            <a:grayscl/>
          </a:blip>
          <a:stretch>
            <a:fillRect/>
          </a:stretch>
        </p:blipFill>
        <p:spPr>
          <a:xfrm>
            <a:off x="0" y="0"/>
            <a:ext cx="12192000" cy="6946127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C746828-F5EF-4EE3-8710-46CA8AA2CE85}"/>
              </a:ext>
            </a:extLst>
          </p:cNvPr>
          <p:cNvSpPr/>
          <p:nvPr/>
        </p:nvSpPr>
        <p:spPr>
          <a:xfrm>
            <a:off x="2925893" y="1034534"/>
            <a:ext cx="634019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000" b="1" dirty="0">
                <a:solidFill>
                  <a:schemeClr val="bg1">
                    <a:lumMod val="85000"/>
                    <a:lumOff val="15000"/>
                  </a:schemeClr>
                </a:solidFill>
                <a:latin typeface="MingLiU_HKSCS-ExtB" panose="02020500000000000000" pitchFamily="18" charset="-120"/>
                <a:ea typeface="MingLiU_HKSCS-ExtB" panose="02020500000000000000" pitchFamily="18" charset="-120"/>
              </a:rPr>
              <a:t>THE MYSTERIES OF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6B5426B-E67E-436F-8D64-6279C7FCF3F0}"/>
              </a:ext>
            </a:extLst>
          </p:cNvPr>
          <p:cNvSpPr/>
          <p:nvPr/>
        </p:nvSpPr>
        <p:spPr>
          <a:xfrm>
            <a:off x="4152192" y="3596640"/>
            <a:ext cx="3887603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600" b="1" dirty="0">
                <a:solidFill>
                  <a:schemeClr val="bg1">
                    <a:lumMod val="85000"/>
                    <a:lumOff val="15000"/>
                  </a:schemeClr>
                </a:solidFill>
                <a:latin typeface="MingLiU_HKSCS-ExtB" panose="02020500000000000000" pitchFamily="18" charset="-120"/>
                <a:ea typeface="MingLiU_HKSCS-ExtB" panose="02020500000000000000" pitchFamily="18" charset="-120"/>
              </a:rPr>
              <a:t>HOLMES</a:t>
            </a: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018DE50A-EDE5-4ACD-9334-F1E84A7113F0}"/>
              </a:ext>
            </a:extLst>
          </p:cNvPr>
          <p:cNvSpPr/>
          <p:nvPr/>
        </p:nvSpPr>
        <p:spPr>
          <a:xfrm>
            <a:off x="2640720" y="2289697"/>
            <a:ext cx="6995175" cy="1319665"/>
          </a:xfrm>
          <a:custGeom>
            <a:avLst/>
            <a:gdLst/>
            <a:ahLst/>
            <a:cxnLst/>
            <a:rect l="l" t="t" r="r" b="b"/>
            <a:pathLst>
              <a:path w="6995175" h="1319665">
                <a:moveTo>
                  <a:pt x="2992103" y="119021"/>
                </a:moveTo>
                <a:cubicBezTo>
                  <a:pt x="2976821" y="118359"/>
                  <a:pt x="2961088" y="118576"/>
                  <a:pt x="2944904" y="119673"/>
                </a:cubicBezTo>
                <a:cubicBezTo>
                  <a:pt x="2905681" y="121794"/>
                  <a:pt x="2883307" y="124700"/>
                  <a:pt x="2877780" y="128391"/>
                </a:cubicBezTo>
                <a:cubicBezTo>
                  <a:pt x="2865639" y="137073"/>
                  <a:pt x="2859569" y="155356"/>
                  <a:pt x="2859569" y="183240"/>
                </a:cubicBezTo>
                <a:lnTo>
                  <a:pt x="2859569" y="626016"/>
                </a:lnTo>
                <a:cubicBezTo>
                  <a:pt x="2964167" y="625036"/>
                  <a:pt x="3043566" y="613706"/>
                  <a:pt x="3097765" y="592026"/>
                </a:cubicBezTo>
                <a:cubicBezTo>
                  <a:pt x="3195803" y="553428"/>
                  <a:pt x="3244822" y="478139"/>
                  <a:pt x="3244822" y="366159"/>
                </a:cubicBezTo>
                <a:cubicBezTo>
                  <a:pt x="3244822" y="257442"/>
                  <a:pt x="3202372" y="184960"/>
                  <a:pt x="3117474" y="148715"/>
                </a:cubicBezTo>
                <a:cubicBezTo>
                  <a:pt x="3079740" y="130905"/>
                  <a:pt x="3037950" y="121007"/>
                  <a:pt x="2992103" y="119021"/>
                </a:cubicBezTo>
                <a:close/>
                <a:moveTo>
                  <a:pt x="1699499" y="94126"/>
                </a:moveTo>
                <a:lnTo>
                  <a:pt x="1640152" y="106194"/>
                </a:lnTo>
                <a:cubicBezTo>
                  <a:pt x="1623420" y="111178"/>
                  <a:pt x="1612839" y="116490"/>
                  <a:pt x="1608409" y="122133"/>
                </a:cubicBezTo>
                <a:cubicBezTo>
                  <a:pt x="1593665" y="139801"/>
                  <a:pt x="1586293" y="180307"/>
                  <a:pt x="1586293" y="243651"/>
                </a:cubicBezTo>
                <a:lnTo>
                  <a:pt x="1586293" y="1060877"/>
                </a:lnTo>
                <a:cubicBezTo>
                  <a:pt x="1586293" y="1125237"/>
                  <a:pt x="1594574" y="1170120"/>
                  <a:pt x="1611137" y="1195526"/>
                </a:cubicBezTo>
                <a:cubicBezTo>
                  <a:pt x="1618825" y="1208523"/>
                  <a:pt x="1639059" y="1218706"/>
                  <a:pt x="1671839" y="1226077"/>
                </a:cubicBezTo>
                <a:lnTo>
                  <a:pt x="1702369" y="1231391"/>
                </a:lnTo>
                <a:lnTo>
                  <a:pt x="1774485" y="1219387"/>
                </a:lnTo>
                <a:cubicBezTo>
                  <a:pt x="1793900" y="1214185"/>
                  <a:pt x="1807735" y="1207943"/>
                  <a:pt x="1815990" y="1200660"/>
                </a:cubicBezTo>
                <a:cubicBezTo>
                  <a:pt x="1836777" y="1179855"/>
                  <a:pt x="1847171" y="1137735"/>
                  <a:pt x="1847171" y="1074302"/>
                </a:cubicBezTo>
                <a:lnTo>
                  <a:pt x="1847171" y="253733"/>
                </a:lnTo>
                <a:cubicBezTo>
                  <a:pt x="1847171" y="187430"/>
                  <a:pt x="1836412" y="144454"/>
                  <a:pt x="1814893" y="124807"/>
                </a:cubicBezTo>
                <a:cubicBezTo>
                  <a:pt x="1799150" y="111008"/>
                  <a:pt x="1760686" y="100998"/>
                  <a:pt x="1699499" y="94775"/>
                </a:cubicBezTo>
                <a:close/>
                <a:moveTo>
                  <a:pt x="4792472" y="77847"/>
                </a:moveTo>
                <a:cubicBezTo>
                  <a:pt x="4717914" y="77847"/>
                  <a:pt x="4654828" y="111186"/>
                  <a:pt x="4603215" y="177865"/>
                </a:cubicBezTo>
                <a:cubicBezTo>
                  <a:pt x="4533862" y="302057"/>
                  <a:pt x="4499186" y="462708"/>
                  <a:pt x="4499186" y="659819"/>
                </a:cubicBezTo>
                <a:cubicBezTo>
                  <a:pt x="4499186" y="854023"/>
                  <a:pt x="4531206" y="1003229"/>
                  <a:pt x="4595246" y="1107436"/>
                </a:cubicBezTo>
                <a:cubicBezTo>
                  <a:pt x="4648855" y="1193654"/>
                  <a:pt x="4714598" y="1236763"/>
                  <a:pt x="4792472" y="1236763"/>
                </a:cubicBezTo>
                <a:cubicBezTo>
                  <a:pt x="4871130" y="1236763"/>
                  <a:pt x="4937274" y="1193654"/>
                  <a:pt x="4990901" y="1107436"/>
                </a:cubicBezTo>
                <a:cubicBezTo>
                  <a:pt x="5056420" y="1002605"/>
                  <a:pt x="5089180" y="853399"/>
                  <a:pt x="5089180" y="659819"/>
                </a:cubicBezTo>
                <a:cubicBezTo>
                  <a:pt x="5089180" y="463279"/>
                  <a:pt x="5054495" y="302627"/>
                  <a:pt x="4985125" y="177865"/>
                </a:cubicBezTo>
                <a:cubicBezTo>
                  <a:pt x="4933155" y="111186"/>
                  <a:pt x="4868937" y="77847"/>
                  <a:pt x="4792472" y="77847"/>
                </a:cubicBezTo>
                <a:close/>
                <a:moveTo>
                  <a:pt x="6100048" y="28534"/>
                </a:moveTo>
                <a:lnTo>
                  <a:pt x="6483349" y="28534"/>
                </a:lnTo>
                <a:lnTo>
                  <a:pt x="6483349" y="94615"/>
                </a:lnTo>
                <a:cubicBezTo>
                  <a:pt x="6420985" y="100837"/>
                  <a:pt x="6383511" y="110241"/>
                  <a:pt x="6370923" y="122828"/>
                </a:cubicBezTo>
                <a:cubicBezTo>
                  <a:pt x="6357499" y="137929"/>
                  <a:pt x="6350787" y="178203"/>
                  <a:pt x="6350787" y="243651"/>
                </a:cubicBezTo>
                <a:lnTo>
                  <a:pt x="6350787" y="651101"/>
                </a:lnTo>
                <a:cubicBezTo>
                  <a:pt x="6484213" y="455844"/>
                  <a:pt x="6572696" y="325858"/>
                  <a:pt x="6616233" y="261141"/>
                </a:cubicBezTo>
                <a:cubicBezTo>
                  <a:pt x="6655830" y="201202"/>
                  <a:pt x="6675628" y="156221"/>
                  <a:pt x="6675628" y="126198"/>
                </a:cubicBezTo>
                <a:cubicBezTo>
                  <a:pt x="6675628" y="115519"/>
                  <a:pt x="6673159" y="108940"/>
                  <a:pt x="6668221" y="106462"/>
                </a:cubicBezTo>
                <a:cubicBezTo>
                  <a:pt x="6658843" y="101773"/>
                  <a:pt x="6632787" y="98056"/>
                  <a:pt x="6590052" y="95310"/>
                </a:cubicBezTo>
                <a:lnTo>
                  <a:pt x="6590052" y="28534"/>
                </a:lnTo>
                <a:lnTo>
                  <a:pt x="6956585" y="28534"/>
                </a:lnTo>
                <a:lnTo>
                  <a:pt x="6956585" y="95390"/>
                </a:lnTo>
                <a:cubicBezTo>
                  <a:pt x="6924619" y="97049"/>
                  <a:pt x="6897671" y="99036"/>
                  <a:pt x="6875743" y="101354"/>
                </a:cubicBezTo>
                <a:cubicBezTo>
                  <a:pt x="6858788" y="103137"/>
                  <a:pt x="6843669" y="109787"/>
                  <a:pt x="6830387" y="121304"/>
                </a:cubicBezTo>
                <a:cubicBezTo>
                  <a:pt x="6807495" y="138758"/>
                  <a:pt x="6779451" y="170947"/>
                  <a:pt x="6746255" y="217871"/>
                </a:cubicBezTo>
                <a:lnTo>
                  <a:pt x="6478321" y="574938"/>
                </a:lnTo>
                <a:lnTo>
                  <a:pt x="6802307" y="1063284"/>
                </a:lnTo>
                <a:cubicBezTo>
                  <a:pt x="6844383" y="1126378"/>
                  <a:pt x="6877294" y="1169808"/>
                  <a:pt x="6901041" y="1193573"/>
                </a:cubicBezTo>
                <a:cubicBezTo>
                  <a:pt x="6926321" y="1217891"/>
                  <a:pt x="6957700" y="1230050"/>
                  <a:pt x="6995175" y="1230050"/>
                </a:cubicBezTo>
                <a:lnTo>
                  <a:pt x="6995175" y="1297843"/>
                </a:lnTo>
                <a:lnTo>
                  <a:pt x="6596765" y="1297843"/>
                </a:lnTo>
                <a:lnTo>
                  <a:pt x="6596765" y="1232083"/>
                </a:lnTo>
                <a:cubicBezTo>
                  <a:pt x="6642512" y="1226699"/>
                  <a:pt x="6671866" y="1220512"/>
                  <a:pt x="6684827" y="1213523"/>
                </a:cubicBezTo>
                <a:cubicBezTo>
                  <a:pt x="6693243" y="1209637"/>
                  <a:pt x="6697450" y="1200714"/>
                  <a:pt x="6697450" y="1186754"/>
                </a:cubicBezTo>
                <a:cubicBezTo>
                  <a:pt x="6697450" y="1154699"/>
                  <a:pt x="6640167" y="1052747"/>
                  <a:pt x="6525603" y="880900"/>
                </a:cubicBezTo>
                <a:lnTo>
                  <a:pt x="6397291" y="675249"/>
                </a:lnTo>
                <a:lnTo>
                  <a:pt x="6350787" y="753605"/>
                </a:lnTo>
                <a:lnTo>
                  <a:pt x="6350787" y="1074302"/>
                </a:lnTo>
                <a:cubicBezTo>
                  <a:pt x="6350787" y="1137254"/>
                  <a:pt x="6358079" y="1179141"/>
                  <a:pt x="6372662" y="1199965"/>
                </a:cubicBezTo>
                <a:cubicBezTo>
                  <a:pt x="6383947" y="1215297"/>
                  <a:pt x="6415254" y="1226101"/>
                  <a:pt x="6466581" y="1232377"/>
                </a:cubicBezTo>
                <a:lnTo>
                  <a:pt x="6466581" y="1297843"/>
                </a:lnTo>
                <a:lnTo>
                  <a:pt x="6100048" y="1297843"/>
                </a:lnTo>
                <a:lnTo>
                  <a:pt x="6100048" y="1232056"/>
                </a:lnTo>
                <a:cubicBezTo>
                  <a:pt x="6161449" y="1224960"/>
                  <a:pt x="6198167" y="1206642"/>
                  <a:pt x="6210201" y="1177100"/>
                </a:cubicBezTo>
                <a:cubicBezTo>
                  <a:pt x="6216191" y="1162196"/>
                  <a:pt x="6219187" y="1120103"/>
                  <a:pt x="6219187" y="1050822"/>
                </a:cubicBezTo>
                <a:lnTo>
                  <a:pt x="6219187" y="243651"/>
                </a:lnTo>
                <a:cubicBezTo>
                  <a:pt x="6219187" y="176367"/>
                  <a:pt x="6212768" y="135032"/>
                  <a:pt x="6199931" y="119646"/>
                </a:cubicBezTo>
                <a:cubicBezTo>
                  <a:pt x="6190447" y="109181"/>
                  <a:pt x="6157153" y="100855"/>
                  <a:pt x="6100048" y="94668"/>
                </a:cubicBezTo>
                <a:close/>
                <a:moveTo>
                  <a:pt x="2585324" y="28534"/>
                </a:moveTo>
                <a:lnTo>
                  <a:pt x="3003497" y="28534"/>
                </a:lnTo>
                <a:cubicBezTo>
                  <a:pt x="3101036" y="28534"/>
                  <a:pt x="3172528" y="46434"/>
                  <a:pt x="3217972" y="82233"/>
                </a:cubicBezTo>
                <a:cubicBezTo>
                  <a:pt x="3331432" y="141477"/>
                  <a:pt x="3388162" y="237233"/>
                  <a:pt x="3388162" y="369502"/>
                </a:cubicBezTo>
                <a:cubicBezTo>
                  <a:pt x="3388162" y="543061"/>
                  <a:pt x="3294189" y="649407"/>
                  <a:pt x="3106242" y="688540"/>
                </a:cubicBezTo>
                <a:lnTo>
                  <a:pt x="3360777" y="1172286"/>
                </a:lnTo>
                <a:cubicBezTo>
                  <a:pt x="3372972" y="1196101"/>
                  <a:pt x="3398459" y="1213341"/>
                  <a:pt x="3437239" y="1224008"/>
                </a:cubicBezTo>
                <a:lnTo>
                  <a:pt x="3474942" y="1231403"/>
                </a:lnTo>
                <a:lnTo>
                  <a:pt x="3511256" y="1226181"/>
                </a:lnTo>
                <a:cubicBezTo>
                  <a:pt x="3547559" y="1219311"/>
                  <a:pt x="3572450" y="1209138"/>
                  <a:pt x="3585928" y="1195659"/>
                </a:cubicBezTo>
                <a:cubicBezTo>
                  <a:pt x="3607857" y="1170735"/>
                  <a:pt x="3618821" y="1125808"/>
                  <a:pt x="3618821" y="1060877"/>
                </a:cubicBezTo>
                <a:lnTo>
                  <a:pt x="3618821" y="253733"/>
                </a:lnTo>
                <a:cubicBezTo>
                  <a:pt x="3618821" y="187269"/>
                  <a:pt x="3607473" y="143179"/>
                  <a:pt x="3584778" y="121464"/>
                </a:cubicBezTo>
                <a:cubicBezTo>
                  <a:pt x="3569499" y="108878"/>
                  <a:pt x="3531623" y="100070"/>
                  <a:pt x="3471149" y="95043"/>
                </a:cubicBezTo>
                <a:lnTo>
                  <a:pt x="3471149" y="28534"/>
                </a:lnTo>
                <a:lnTo>
                  <a:pt x="3908149" y="28534"/>
                </a:lnTo>
                <a:lnTo>
                  <a:pt x="3908149" y="96326"/>
                </a:lnTo>
                <a:cubicBezTo>
                  <a:pt x="3843396" y="96326"/>
                  <a:pt x="3804201" y="102014"/>
                  <a:pt x="3790562" y="113388"/>
                </a:cubicBezTo>
                <a:cubicBezTo>
                  <a:pt x="3763801" y="136922"/>
                  <a:pt x="3750421" y="183703"/>
                  <a:pt x="3750421" y="253733"/>
                </a:cubicBezTo>
                <a:lnTo>
                  <a:pt x="3750421" y="1134713"/>
                </a:lnTo>
                <a:cubicBezTo>
                  <a:pt x="3750421" y="1168658"/>
                  <a:pt x="3755172" y="1188136"/>
                  <a:pt x="3764675" y="1193146"/>
                </a:cubicBezTo>
                <a:cubicBezTo>
                  <a:pt x="3782539" y="1202078"/>
                  <a:pt x="3824649" y="1206544"/>
                  <a:pt x="3891007" y="1206544"/>
                </a:cubicBezTo>
                <a:cubicBezTo>
                  <a:pt x="4018105" y="1206544"/>
                  <a:pt x="4104154" y="1195356"/>
                  <a:pt x="4149153" y="1172982"/>
                </a:cubicBezTo>
                <a:cubicBezTo>
                  <a:pt x="4207202" y="1145847"/>
                  <a:pt x="4256319" y="1072572"/>
                  <a:pt x="4296504" y="953158"/>
                </a:cubicBezTo>
                <a:lnTo>
                  <a:pt x="4361248" y="953158"/>
                </a:lnTo>
                <a:lnTo>
                  <a:pt x="4292413" y="1297843"/>
                </a:lnTo>
                <a:lnTo>
                  <a:pt x="3480450" y="1297843"/>
                </a:lnTo>
                <a:lnTo>
                  <a:pt x="3471149" y="1297843"/>
                </a:lnTo>
                <a:lnTo>
                  <a:pt x="3249314" y="1297843"/>
                </a:lnTo>
                <a:lnTo>
                  <a:pt x="2962661" y="712181"/>
                </a:lnTo>
                <a:lnTo>
                  <a:pt x="2859569" y="717984"/>
                </a:lnTo>
                <a:lnTo>
                  <a:pt x="2859569" y="1060877"/>
                </a:lnTo>
                <a:cubicBezTo>
                  <a:pt x="2859569" y="1121173"/>
                  <a:pt x="2868474" y="1162570"/>
                  <a:pt x="2886284" y="1185069"/>
                </a:cubicBezTo>
                <a:cubicBezTo>
                  <a:pt x="2904380" y="1210207"/>
                  <a:pt x="2946375" y="1225825"/>
                  <a:pt x="3012269" y="1231922"/>
                </a:cubicBezTo>
                <a:lnTo>
                  <a:pt x="3012269" y="1297843"/>
                </a:lnTo>
                <a:lnTo>
                  <a:pt x="2585324" y="1297843"/>
                </a:lnTo>
                <a:lnTo>
                  <a:pt x="2585324" y="1232110"/>
                </a:lnTo>
                <a:cubicBezTo>
                  <a:pt x="2645708" y="1224853"/>
                  <a:pt x="2685608" y="1205804"/>
                  <a:pt x="2705023" y="1174961"/>
                </a:cubicBezTo>
                <a:cubicBezTo>
                  <a:pt x="2715845" y="1157204"/>
                  <a:pt x="2721256" y="1111349"/>
                  <a:pt x="2721256" y="1037397"/>
                </a:cubicBezTo>
                <a:lnTo>
                  <a:pt x="2721256" y="268816"/>
                </a:lnTo>
                <a:cubicBezTo>
                  <a:pt x="2721256" y="201122"/>
                  <a:pt x="2713465" y="157103"/>
                  <a:pt x="2697883" y="136761"/>
                </a:cubicBezTo>
                <a:cubicBezTo>
                  <a:pt x="2681695" y="115902"/>
                  <a:pt x="2644175" y="101800"/>
                  <a:pt x="2585324" y="94455"/>
                </a:cubicBezTo>
                <a:close/>
                <a:moveTo>
                  <a:pt x="813674" y="28534"/>
                </a:moveTo>
                <a:lnTo>
                  <a:pt x="1185235" y="28534"/>
                </a:lnTo>
                <a:lnTo>
                  <a:pt x="1185235" y="92342"/>
                </a:lnTo>
                <a:cubicBezTo>
                  <a:pt x="1124173" y="101060"/>
                  <a:pt x="1088427" y="111044"/>
                  <a:pt x="1077997" y="122294"/>
                </a:cubicBezTo>
                <a:cubicBezTo>
                  <a:pt x="1063342" y="139854"/>
                  <a:pt x="1056015" y="180307"/>
                  <a:pt x="1056015" y="243651"/>
                </a:cubicBezTo>
                <a:lnTo>
                  <a:pt x="1056015" y="592374"/>
                </a:lnTo>
                <a:lnTo>
                  <a:pt x="1456378" y="592374"/>
                </a:lnTo>
                <a:lnTo>
                  <a:pt x="1456378" y="243651"/>
                </a:lnTo>
                <a:cubicBezTo>
                  <a:pt x="1456378" y="179719"/>
                  <a:pt x="1448658" y="138491"/>
                  <a:pt x="1433219" y="119967"/>
                </a:cubicBezTo>
                <a:cubicBezTo>
                  <a:pt x="1424019" y="109252"/>
                  <a:pt x="1390350" y="100186"/>
                  <a:pt x="1332212" y="92770"/>
                </a:cubicBezTo>
                <a:lnTo>
                  <a:pt x="1332212" y="28534"/>
                </a:lnTo>
                <a:lnTo>
                  <a:pt x="1699499" y="28534"/>
                </a:lnTo>
                <a:lnTo>
                  <a:pt x="1708801" y="28534"/>
                </a:lnTo>
                <a:lnTo>
                  <a:pt x="2516484" y="28534"/>
                </a:lnTo>
                <a:lnTo>
                  <a:pt x="2527502" y="314465"/>
                </a:lnTo>
                <a:lnTo>
                  <a:pt x="2461768" y="314465"/>
                </a:lnTo>
                <a:cubicBezTo>
                  <a:pt x="2448682" y="224040"/>
                  <a:pt x="2428438" y="167408"/>
                  <a:pt x="2401036" y="144570"/>
                </a:cubicBezTo>
                <a:cubicBezTo>
                  <a:pt x="2380409" y="128061"/>
                  <a:pt x="2329027" y="119806"/>
                  <a:pt x="2246892" y="119806"/>
                </a:cubicBezTo>
                <a:lnTo>
                  <a:pt x="2020356" y="119806"/>
                </a:lnTo>
                <a:cubicBezTo>
                  <a:pt x="2002831" y="119806"/>
                  <a:pt x="1992143" y="121411"/>
                  <a:pt x="1988292" y="124620"/>
                </a:cubicBezTo>
                <a:cubicBezTo>
                  <a:pt x="1981945" y="130343"/>
                  <a:pt x="1978771" y="144294"/>
                  <a:pt x="1978771" y="166472"/>
                </a:cubicBezTo>
                <a:lnTo>
                  <a:pt x="1978771" y="580607"/>
                </a:lnTo>
                <a:lnTo>
                  <a:pt x="2216700" y="580607"/>
                </a:lnTo>
                <a:cubicBezTo>
                  <a:pt x="2275302" y="580607"/>
                  <a:pt x="2314595" y="569625"/>
                  <a:pt x="2334581" y="547661"/>
                </a:cubicBezTo>
                <a:cubicBezTo>
                  <a:pt x="2347916" y="531651"/>
                  <a:pt x="2359487" y="485021"/>
                  <a:pt x="2369293" y="407770"/>
                </a:cubicBezTo>
                <a:lnTo>
                  <a:pt x="2435213" y="407770"/>
                </a:lnTo>
                <a:lnTo>
                  <a:pt x="2435213" y="859853"/>
                </a:lnTo>
                <a:lnTo>
                  <a:pt x="2369159" y="859853"/>
                </a:lnTo>
                <a:cubicBezTo>
                  <a:pt x="2359514" y="777843"/>
                  <a:pt x="2345893" y="728039"/>
                  <a:pt x="2328297" y="710443"/>
                </a:cubicBezTo>
                <a:cubicBezTo>
                  <a:pt x="2311377" y="692578"/>
                  <a:pt x="2274178" y="683646"/>
                  <a:pt x="2216700" y="683646"/>
                </a:cubicBezTo>
                <a:lnTo>
                  <a:pt x="1978771" y="683646"/>
                </a:lnTo>
                <a:lnTo>
                  <a:pt x="1978771" y="1133055"/>
                </a:lnTo>
                <a:cubicBezTo>
                  <a:pt x="1978771" y="1165984"/>
                  <a:pt x="1989317" y="1186496"/>
                  <a:pt x="2010408" y="1194590"/>
                </a:cubicBezTo>
                <a:cubicBezTo>
                  <a:pt x="2035314" y="1202559"/>
                  <a:pt x="2104630" y="1206544"/>
                  <a:pt x="2218358" y="1206544"/>
                </a:cubicBezTo>
                <a:cubicBezTo>
                  <a:pt x="2308445" y="1206544"/>
                  <a:pt x="2373687" y="1191015"/>
                  <a:pt x="2414086" y="1159958"/>
                </a:cubicBezTo>
                <a:cubicBezTo>
                  <a:pt x="2455323" y="1128224"/>
                  <a:pt x="2494644" y="1062089"/>
                  <a:pt x="2532048" y="961555"/>
                </a:cubicBezTo>
                <a:lnTo>
                  <a:pt x="2592941" y="961555"/>
                </a:lnTo>
                <a:lnTo>
                  <a:pt x="2527475" y="1297843"/>
                </a:lnTo>
                <a:lnTo>
                  <a:pt x="1708801" y="1297843"/>
                </a:lnTo>
                <a:lnTo>
                  <a:pt x="1699499" y="1297843"/>
                </a:lnTo>
                <a:lnTo>
                  <a:pt x="1332212" y="1297843"/>
                </a:lnTo>
                <a:lnTo>
                  <a:pt x="1332212" y="1232056"/>
                </a:lnTo>
                <a:cubicBezTo>
                  <a:pt x="1393595" y="1224960"/>
                  <a:pt x="1431159" y="1204458"/>
                  <a:pt x="1444905" y="1170548"/>
                </a:cubicBezTo>
                <a:cubicBezTo>
                  <a:pt x="1452553" y="1149796"/>
                  <a:pt x="1456378" y="1105412"/>
                  <a:pt x="1456378" y="1037397"/>
                </a:cubicBezTo>
                <a:lnTo>
                  <a:pt x="1456378" y="687016"/>
                </a:lnTo>
                <a:lnTo>
                  <a:pt x="1056015" y="687016"/>
                </a:lnTo>
                <a:lnTo>
                  <a:pt x="1056015" y="1060877"/>
                </a:lnTo>
                <a:cubicBezTo>
                  <a:pt x="1056015" y="1124150"/>
                  <a:pt x="1063645" y="1167981"/>
                  <a:pt x="1078907" y="1192370"/>
                </a:cubicBezTo>
                <a:cubicBezTo>
                  <a:pt x="1092955" y="1211678"/>
                  <a:pt x="1128398" y="1225040"/>
                  <a:pt x="1185235" y="1232457"/>
                </a:cubicBezTo>
                <a:lnTo>
                  <a:pt x="1185235" y="1297843"/>
                </a:lnTo>
                <a:lnTo>
                  <a:pt x="813674" y="1297843"/>
                </a:lnTo>
                <a:lnTo>
                  <a:pt x="813674" y="1231976"/>
                </a:lnTo>
                <a:cubicBezTo>
                  <a:pt x="868728" y="1226003"/>
                  <a:pt x="901621" y="1210894"/>
                  <a:pt x="912354" y="1186647"/>
                </a:cubicBezTo>
                <a:cubicBezTo>
                  <a:pt x="921518" y="1166162"/>
                  <a:pt x="926100" y="1116412"/>
                  <a:pt x="926100" y="1037397"/>
                </a:cubicBezTo>
                <a:lnTo>
                  <a:pt x="926100" y="243651"/>
                </a:lnTo>
                <a:cubicBezTo>
                  <a:pt x="926100" y="184443"/>
                  <a:pt x="922694" y="149009"/>
                  <a:pt x="915884" y="137350"/>
                </a:cubicBezTo>
                <a:cubicBezTo>
                  <a:pt x="906899" y="115777"/>
                  <a:pt x="872829" y="100855"/>
                  <a:pt x="813674" y="92583"/>
                </a:cubicBezTo>
                <a:close/>
                <a:moveTo>
                  <a:pt x="4792472" y="0"/>
                </a:moveTo>
                <a:cubicBezTo>
                  <a:pt x="4915398" y="0"/>
                  <a:pt x="5018294" y="56017"/>
                  <a:pt x="5101161" y="168050"/>
                </a:cubicBezTo>
                <a:cubicBezTo>
                  <a:pt x="5180720" y="274800"/>
                  <a:pt x="5225472" y="414077"/>
                  <a:pt x="5235416" y="585882"/>
                </a:cubicBezTo>
                <a:lnTo>
                  <a:pt x="5237350" y="654491"/>
                </a:lnTo>
                <a:lnTo>
                  <a:pt x="5239618" y="586152"/>
                </a:lnTo>
                <a:cubicBezTo>
                  <a:pt x="5251025" y="418435"/>
                  <a:pt x="5302358" y="279914"/>
                  <a:pt x="5393617" y="170591"/>
                </a:cubicBezTo>
                <a:cubicBezTo>
                  <a:pt x="5488785" y="56863"/>
                  <a:pt x="5601202" y="0"/>
                  <a:pt x="5730868" y="0"/>
                </a:cubicBezTo>
                <a:cubicBezTo>
                  <a:pt x="5779806" y="0"/>
                  <a:pt x="5832311" y="10510"/>
                  <a:pt x="5888381" y="31529"/>
                </a:cubicBezTo>
                <a:cubicBezTo>
                  <a:pt x="5939709" y="50784"/>
                  <a:pt x="5965515" y="60411"/>
                  <a:pt x="5965801" y="60411"/>
                </a:cubicBezTo>
                <a:cubicBezTo>
                  <a:pt x="5976819" y="60411"/>
                  <a:pt x="5986687" y="41861"/>
                  <a:pt x="5995405" y="4760"/>
                </a:cubicBezTo>
                <a:lnTo>
                  <a:pt x="6061726" y="0"/>
                </a:lnTo>
                <a:lnTo>
                  <a:pt x="6097053" y="426971"/>
                </a:lnTo>
                <a:lnTo>
                  <a:pt x="6027469" y="436973"/>
                </a:lnTo>
                <a:cubicBezTo>
                  <a:pt x="6006966" y="324333"/>
                  <a:pt x="5973725" y="238445"/>
                  <a:pt x="5927746" y="179309"/>
                </a:cubicBezTo>
                <a:cubicBezTo>
                  <a:pt x="5878183" y="118389"/>
                  <a:pt x="5816470" y="87929"/>
                  <a:pt x="5742607" y="87929"/>
                </a:cubicBezTo>
                <a:cubicBezTo>
                  <a:pt x="5702957" y="87929"/>
                  <a:pt x="5662540" y="96906"/>
                  <a:pt x="5621357" y="114859"/>
                </a:cubicBezTo>
                <a:cubicBezTo>
                  <a:pt x="5577570" y="135700"/>
                  <a:pt x="5542439" y="164119"/>
                  <a:pt x="5515964" y="200114"/>
                </a:cubicBezTo>
                <a:cubicBezTo>
                  <a:pt x="5433472" y="312986"/>
                  <a:pt x="5391683" y="467433"/>
                  <a:pt x="5390595" y="663456"/>
                </a:cubicBezTo>
                <a:cubicBezTo>
                  <a:pt x="5389472" y="847659"/>
                  <a:pt x="5431065" y="990553"/>
                  <a:pt x="5515376" y="1092139"/>
                </a:cubicBezTo>
                <a:cubicBezTo>
                  <a:pt x="5584621" y="1177359"/>
                  <a:pt x="5665963" y="1219968"/>
                  <a:pt x="5759401" y="1219968"/>
                </a:cubicBezTo>
                <a:cubicBezTo>
                  <a:pt x="5868618" y="1219968"/>
                  <a:pt x="5970419" y="1155082"/>
                  <a:pt x="6064801" y="1025309"/>
                </a:cubicBezTo>
                <a:lnTo>
                  <a:pt x="6110478" y="1066546"/>
                </a:lnTo>
                <a:cubicBezTo>
                  <a:pt x="6088085" y="1116591"/>
                  <a:pt x="6052286" y="1161839"/>
                  <a:pt x="6003079" y="1202292"/>
                </a:cubicBezTo>
                <a:cubicBezTo>
                  <a:pt x="5915150" y="1280540"/>
                  <a:pt x="5821613" y="1319665"/>
                  <a:pt x="5722470" y="1319665"/>
                </a:cubicBezTo>
                <a:cubicBezTo>
                  <a:pt x="5593964" y="1319665"/>
                  <a:pt x="5484996" y="1268560"/>
                  <a:pt x="5395569" y="1166350"/>
                </a:cubicBezTo>
                <a:cubicBezTo>
                  <a:pt x="5303172" y="1060910"/>
                  <a:pt x="5251198" y="918460"/>
                  <a:pt x="5239648" y="738997"/>
                </a:cubicBezTo>
                <a:lnTo>
                  <a:pt x="5237396" y="666961"/>
                </a:lnTo>
                <a:lnTo>
                  <a:pt x="5235552" y="733554"/>
                </a:lnTo>
                <a:cubicBezTo>
                  <a:pt x="5226239" y="897645"/>
                  <a:pt x="5184330" y="1033548"/>
                  <a:pt x="5109825" y="1141265"/>
                </a:cubicBezTo>
                <a:cubicBezTo>
                  <a:pt x="5028225" y="1260198"/>
                  <a:pt x="4922440" y="1319665"/>
                  <a:pt x="4792472" y="1319665"/>
                </a:cubicBezTo>
                <a:cubicBezTo>
                  <a:pt x="4664446" y="1319665"/>
                  <a:pt x="4559036" y="1260198"/>
                  <a:pt x="4476241" y="1141265"/>
                </a:cubicBezTo>
                <a:cubicBezTo>
                  <a:pt x="4391503" y="1018731"/>
                  <a:pt x="4349134" y="858810"/>
                  <a:pt x="4349134" y="661504"/>
                </a:cubicBezTo>
                <a:cubicBezTo>
                  <a:pt x="4349134" y="455140"/>
                  <a:pt x="4394391" y="290656"/>
                  <a:pt x="4484906" y="168050"/>
                </a:cubicBezTo>
                <a:cubicBezTo>
                  <a:pt x="4568931" y="56017"/>
                  <a:pt x="4671453" y="0"/>
                  <a:pt x="4792472" y="0"/>
                </a:cubicBezTo>
                <a:close/>
                <a:moveTo>
                  <a:pt x="354419" y="0"/>
                </a:moveTo>
                <a:cubicBezTo>
                  <a:pt x="394729" y="0"/>
                  <a:pt x="442857" y="11071"/>
                  <a:pt x="498803" y="33214"/>
                </a:cubicBezTo>
                <a:cubicBezTo>
                  <a:pt x="550237" y="53574"/>
                  <a:pt x="578745" y="63754"/>
                  <a:pt x="584325" y="63754"/>
                </a:cubicBezTo>
                <a:cubicBezTo>
                  <a:pt x="596912" y="63754"/>
                  <a:pt x="604070" y="61294"/>
                  <a:pt x="605799" y="56373"/>
                </a:cubicBezTo>
                <a:cubicBezTo>
                  <a:pt x="609222" y="41415"/>
                  <a:pt x="612824" y="22624"/>
                  <a:pt x="616603" y="0"/>
                </a:cubicBezTo>
                <a:lnTo>
                  <a:pt x="685252" y="0"/>
                </a:lnTo>
                <a:lnTo>
                  <a:pt x="723975" y="416836"/>
                </a:lnTo>
                <a:lnTo>
                  <a:pt x="650700" y="416836"/>
                </a:lnTo>
                <a:cubicBezTo>
                  <a:pt x="631552" y="318744"/>
                  <a:pt x="599845" y="241093"/>
                  <a:pt x="555577" y="183882"/>
                </a:cubicBezTo>
                <a:cubicBezTo>
                  <a:pt x="502983" y="116562"/>
                  <a:pt x="438730" y="82902"/>
                  <a:pt x="362817" y="82902"/>
                </a:cubicBezTo>
                <a:cubicBezTo>
                  <a:pt x="319244" y="82902"/>
                  <a:pt x="280949" y="96104"/>
                  <a:pt x="247931" y="122507"/>
                </a:cubicBezTo>
                <a:cubicBezTo>
                  <a:pt x="203948" y="160054"/>
                  <a:pt x="181956" y="207148"/>
                  <a:pt x="181956" y="263788"/>
                </a:cubicBezTo>
                <a:cubicBezTo>
                  <a:pt x="181956" y="338079"/>
                  <a:pt x="227481" y="410284"/>
                  <a:pt x="318531" y="480403"/>
                </a:cubicBezTo>
                <a:cubicBezTo>
                  <a:pt x="391467" y="543854"/>
                  <a:pt x="483666" y="610131"/>
                  <a:pt x="595129" y="679234"/>
                </a:cubicBezTo>
                <a:cubicBezTo>
                  <a:pt x="699603" y="767431"/>
                  <a:pt x="754854" y="866467"/>
                  <a:pt x="760880" y="976344"/>
                </a:cubicBezTo>
                <a:cubicBezTo>
                  <a:pt x="760880" y="1062205"/>
                  <a:pt x="732853" y="1138421"/>
                  <a:pt x="676801" y="1204993"/>
                </a:cubicBezTo>
                <a:cubicBezTo>
                  <a:pt x="608732" y="1281441"/>
                  <a:pt x="516934" y="1319665"/>
                  <a:pt x="401406" y="1319665"/>
                </a:cubicBezTo>
                <a:cubicBezTo>
                  <a:pt x="350453" y="1319665"/>
                  <a:pt x="299811" y="1308228"/>
                  <a:pt x="249482" y="1285354"/>
                </a:cubicBezTo>
                <a:cubicBezTo>
                  <a:pt x="202575" y="1265707"/>
                  <a:pt x="175467" y="1255884"/>
                  <a:pt x="168158" y="1255884"/>
                </a:cubicBezTo>
                <a:cubicBezTo>
                  <a:pt x="141361" y="1255884"/>
                  <a:pt x="125726" y="1276582"/>
                  <a:pt x="121251" y="1317980"/>
                </a:cubicBezTo>
                <a:lnTo>
                  <a:pt x="52309" y="1317980"/>
                </a:lnTo>
                <a:lnTo>
                  <a:pt x="0" y="902802"/>
                </a:lnTo>
                <a:lnTo>
                  <a:pt x="71697" y="902802"/>
                </a:lnTo>
                <a:cubicBezTo>
                  <a:pt x="135469" y="1123196"/>
                  <a:pt x="240336" y="1233393"/>
                  <a:pt x="386297" y="1233393"/>
                </a:cubicBezTo>
                <a:cubicBezTo>
                  <a:pt x="449997" y="1233393"/>
                  <a:pt x="507975" y="1209904"/>
                  <a:pt x="560230" y="1162927"/>
                </a:cubicBezTo>
                <a:cubicBezTo>
                  <a:pt x="597331" y="1123490"/>
                  <a:pt x="615881" y="1078848"/>
                  <a:pt x="615881" y="1029000"/>
                </a:cubicBezTo>
                <a:cubicBezTo>
                  <a:pt x="615881" y="974980"/>
                  <a:pt x="599141" y="926522"/>
                  <a:pt x="565659" y="883627"/>
                </a:cubicBezTo>
                <a:cubicBezTo>
                  <a:pt x="526240" y="833244"/>
                  <a:pt x="455301" y="769383"/>
                  <a:pt x="352842" y="692044"/>
                </a:cubicBezTo>
                <a:cubicBezTo>
                  <a:pt x="230200" y="618056"/>
                  <a:pt x="158477" y="569554"/>
                  <a:pt x="137671" y="546537"/>
                </a:cubicBezTo>
                <a:cubicBezTo>
                  <a:pt x="78338" y="487205"/>
                  <a:pt x="48672" y="414768"/>
                  <a:pt x="48672" y="329227"/>
                </a:cubicBezTo>
                <a:cubicBezTo>
                  <a:pt x="48672" y="225841"/>
                  <a:pt x="85282" y="142386"/>
                  <a:pt x="158503" y="78864"/>
                </a:cubicBezTo>
                <a:cubicBezTo>
                  <a:pt x="205125" y="26288"/>
                  <a:pt x="270430" y="0"/>
                  <a:pt x="354419" y="0"/>
                </a:cubicBez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solidFill>
              <a:schemeClr val="bg1">
                <a:lumMod val="85000"/>
                <a:lumOff val="1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228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3000" fill="remove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animClr clrSpc="rgb" dir="cw">
                                      <p:cBhvr>
                                        <p:cTn id="7" dur="1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8" dur="1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0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8276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276"/>
                            </p:stCondLst>
                            <p:childTnLst>
                              <p:par>
                                <p:cTn id="13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8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  <p:bldLst>
      <p:bldP spid="8" grpId="0" animBg="1"/>
      <p:bldP spid="8" grpId="1" animBg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4</Words>
  <Application>Microsoft Office PowerPoint</Application>
  <PresentationFormat>Широкоэкранный</PresentationFormat>
  <Paragraphs>2</Paragraphs>
  <Slides>2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MingLiU_HKSCS-ExtB</vt:lpstr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Z0nik2 |</dc:creator>
  <cp:lastModifiedBy>Z0nik2 |</cp:lastModifiedBy>
  <cp:revision>10</cp:revision>
  <dcterms:created xsi:type="dcterms:W3CDTF">2023-11-21T23:20:16Z</dcterms:created>
  <dcterms:modified xsi:type="dcterms:W3CDTF">2024-12-24T06:56:31Z</dcterms:modified>
</cp:coreProperties>
</file>