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67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0nik2 |" userId="edcdbffbdb199b0c" providerId="LiveId" clId="{7D567EC7-69B5-48BF-B714-A3B6CFDB11D9}"/>
    <pc:docChg chg="undo custSel modSld">
      <pc:chgData name="Z0nik2 |" userId="edcdbffbdb199b0c" providerId="LiveId" clId="{7D567EC7-69B5-48BF-B714-A3B6CFDB11D9}" dt="2026-03-18T14:05:24.877" v="69" actId="14100"/>
      <pc:docMkLst>
        <pc:docMk/>
      </pc:docMkLst>
      <pc:sldChg chg="modSp mod">
        <pc:chgData name="Z0nik2 |" userId="edcdbffbdb199b0c" providerId="LiveId" clId="{7D567EC7-69B5-48BF-B714-A3B6CFDB11D9}" dt="2026-03-18T14:05:24.877" v="69" actId="14100"/>
        <pc:sldMkLst>
          <pc:docMk/>
          <pc:sldMk cId="2353099191" sldId="256"/>
        </pc:sldMkLst>
        <pc:spChg chg="mod">
          <ac:chgData name="Z0nik2 |" userId="edcdbffbdb199b0c" providerId="LiveId" clId="{7D567EC7-69B5-48BF-B714-A3B6CFDB11D9}" dt="2026-03-18T14:05:09.814" v="66" actId="255"/>
          <ac:spMkLst>
            <pc:docMk/>
            <pc:sldMk cId="2353099191" sldId="256"/>
            <ac:spMk id="2" creationId="{6AD4F08F-8583-E021-DACB-E2DCD1C1B5F1}"/>
          </ac:spMkLst>
        </pc:spChg>
        <pc:spChg chg="mod">
          <ac:chgData name="Z0nik2 |" userId="edcdbffbdb199b0c" providerId="LiveId" clId="{7D567EC7-69B5-48BF-B714-A3B6CFDB11D9}" dt="2026-03-18T14:05:17.887" v="67" actId="255"/>
          <ac:spMkLst>
            <pc:docMk/>
            <pc:sldMk cId="2353099191" sldId="256"/>
            <ac:spMk id="3" creationId="{A2E8590D-0AF9-F673-59C6-2C6D3933D946}"/>
          </ac:spMkLst>
        </pc:spChg>
        <pc:spChg chg="mod">
          <ac:chgData name="Z0nik2 |" userId="edcdbffbdb199b0c" providerId="LiveId" clId="{7D567EC7-69B5-48BF-B714-A3B6CFDB11D9}" dt="2026-03-18T14:05:17.887" v="67" actId="255"/>
          <ac:spMkLst>
            <pc:docMk/>
            <pc:sldMk cId="2353099191" sldId="256"/>
            <ac:spMk id="4" creationId="{E76442FC-0122-46A3-0EE5-CD7846D06A9E}"/>
          </ac:spMkLst>
        </pc:spChg>
        <pc:spChg chg="mod">
          <ac:chgData name="Z0nik2 |" userId="edcdbffbdb199b0c" providerId="LiveId" clId="{7D567EC7-69B5-48BF-B714-A3B6CFDB11D9}" dt="2026-03-18T14:05:17.887" v="67" actId="255"/>
          <ac:spMkLst>
            <pc:docMk/>
            <pc:sldMk cId="2353099191" sldId="256"/>
            <ac:spMk id="5" creationId="{5E376ADD-66CC-4632-A54F-8211C020F898}"/>
          </ac:spMkLst>
        </pc:spChg>
        <pc:spChg chg="mod">
          <ac:chgData name="Z0nik2 |" userId="edcdbffbdb199b0c" providerId="LiveId" clId="{7D567EC7-69B5-48BF-B714-A3B6CFDB11D9}" dt="2026-03-18T14:05:17.887" v="67" actId="255"/>
          <ac:spMkLst>
            <pc:docMk/>
            <pc:sldMk cId="2353099191" sldId="256"/>
            <ac:spMk id="6" creationId="{17ACEE1B-D147-E3F1-C80A-7452477758E1}"/>
          </ac:spMkLst>
        </pc:spChg>
        <pc:spChg chg="mod">
          <ac:chgData name="Z0nik2 |" userId="edcdbffbdb199b0c" providerId="LiveId" clId="{7D567EC7-69B5-48BF-B714-A3B6CFDB11D9}" dt="2026-03-18T14:05:24.877" v="69" actId="14100"/>
          <ac:spMkLst>
            <pc:docMk/>
            <pc:sldMk cId="2353099191" sldId="256"/>
            <ac:spMk id="7" creationId="{CCE5974B-1C70-C008-7ED3-07EEC1FE7407}"/>
          </ac:spMkLst>
        </pc:spChg>
      </pc:sldChg>
      <pc:sldChg chg="modSp mod">
        <pc:chgData name="Z0nik2 |" userId="edcdbffbdb199b0c" providerId="LiveId" clId="{7D567EC7-69B5-48BF-B714-A3B6CFDB11D9}" dt="2026-03-18T14:05:04.152" v="65" actId="255"/>
        <pc:sldMkLst>
          <pc:docMk/>
          <pc:sldMk cId="275541059" sldId="257"/>
        </pc:sldMkLst>
        <pc:spChg chg="mod">
          <ac:chgData name="Z0nik2 |" userId="edcdbffbdb199b0c" providerId="LiveId" clId="{7D567EC7-69B5-48BF-B714-A3B6CFDB11D9}" dt="2026-03-18T14:04:55.115" v="63" actId="255"/>
          <ac:spMkLst>
            <pc:docMk/>
            <pc:sldMk cId="275541059" sldId="257"/>
            <ac:spMk id="26" creationId="{EAD58572-D54D-7086-79A1-1A272E8AB90E}"/>
          </ac:spMkLst>
        </pc:spChg>
        <pc:spChg chg="mod">
          <ac:chgData name="Z0nik2 |" userId="edcdbffbdb199b0c" providerId="LiveId" clId="{7D567EC7-69B5-48BF-B714-A3B6CFDB11D9}" dt="2026-03-18T14:05:00.069" v="64" actId="255"/>
          <ac:spMkLst>
            <pc:docMk/>
            <pc:sldMk cId="275541059" sldId="257"/>
            <ac:spMk id="28" creationId="{E018D2D0-6F45-D180-4191-5964B5E6DDAF}"/>
          </ac:spMkLst>
        </pc:spChg>
        <pc:spChg chg="mod">
          <ac:chgData name="Z0nik2 |" userId="edcdbffbdb199b0c" providerId="LiveId" clId="{7D567EC7-69B5-48BF-B714-A3B6CFDB11D9}" dt="2026-03-18T14:05:04.152" v="65" actId="255"/>
          <ac:spMkLst>
            <pc:docMk/>
            <pc:sldMk cId="275541059" sldId="257"/>
            <ac:spMk id="29" creationId="{F4F47812-41E9-F59A-8249-5735A30B7EE3}"/>
          </ac:spMkLst>
        </pc:spChg>
        <pc:spChg chg="mod">
          <ac:chgData name="Z0nik2 |" userId="edcdbffbdb199b0c" providerId="LiveId" clId="{7D567EC7-69B5-48BF-B714-A3B6CFDB11D9}" dt="2026-03-18T14:05:00.069" v="64" actId="255"/>
          <ac:spMkLst>
            <pc:docMk/>
            <pc:sldMk cId="275541059" sldId="257"/>
            <ac:spMk id="31" creationId="{E050E9AD-5C4A-F397-4C42-AB30CDE5D242}"/>
          </ac:spMkLst>
        </pc:spChg>
        <pc:spChg chg="mod">
          <ac:chgData name="Z0nik2 |" userId="edcdbffbdb199b0c" providerId="LiveId" clId="{7D567EC7-69B5-48BF-B714-A3B6CFDB11D9}" dt="2026-03-18T14:05:04.152" v="65" actId="255"/>
          <ac:spMkLst>
            <pc:docMk/>
            <pc:sldMk cId="275541059" sldId="257"/>
            <ac:spMk id="32" creationId="{CC61788A-EDFB-6A65-F994-49E0FE2031FA}"/>
          </ac:spMkLst>
        </pc:spChg>
        <pc:spChg chg="mod">
          <ac:chgData name="Z0nik2 |" userId="edcdbffbdb199b0c" providerId="LiveId" clId="{7D567EC7-69B5-48BF-B714-A3B6CFDB11D9}" dt="2026-03-18T14:05:00.069" v="64" actId="255"/>
          <ac:spMkLst>
            <pc:docMk/>
            <pc:sldMk cId="275541059" sldId="257"/>
            <ac:spMk id="34" creationId="{BA258301-4CD1-783A-9931-CE5E8361059E}"/>
          </ac:spMkLst>
        </pc:spChg>
        <pc:spChg chg="mod">
          <ac:chgData name="Z0nik2 |" userId="edcdbffbdb199b0c" providerId="LiveId" clId="{7D567EC7-69B5-48BF-B714-A3B6CFDB11D9}" dt="2026-03-18T14:05:04.152" v="65" actId="255"/>
          <ac:spMkLst>
            <pc:docMk/>
            <pc:sldMk cId="275541059" sldId="257"/>
            <ac:spMk id="35" creationId="{425C6E71-F095-4F88-C259-C6B08CF3049C}"/>
          </ac:spMkLst>
        </pc:spChg>
      </pc:sldChg>
      <pc:sldChg chg="modSp mod">
        <pc:chgData name="Z0nik2 |" userId="edcdbffbdb199b0c" providerId="LiveId" clId="{7D567EC7-69B5-48BF-B714-A3B6CFDB11D9}" dt="2026-03-18T14:04:49.827" v="62" actId="255"/>
        <pc:sldMkLst>
          <pc:docMk/>
          <pc:sldMk cId="2045382610" sldId="258"/>
        </pc:sldMkLst>
        <pc:spChg chg="mod">
          <ac:chgData name="Z0nik2 |" userId="edcdbffbdb199b0c" providerId="LiveId" clId="{7D567EC7-69B5-48BF-B714-A3B6CFDB11D9}" dt="2026-03-18T14:04:37.347" v="59" actId="255"/>
          <ac:spMkLst>
            <pc:docMk/>
            <pc:sldMk cId="2045382610" sldId="258"/>
            <ac:spMk id="2" creationId="{A89C248E-F595-9D82-88A9-E6729908830C}"/>
          </ac:spMkLst>
        </pc:spChg>
        <pc:spChg chg="mod">
          <ac:chgData name="Z0nik2 |" userId="edcdbffbdb199b0c" providerId="LiveId" clId="{7D567EC7-69B5-48BF-B714-A3B6CFDB11D9}" dt="2026-03-18T14:04:41.115" v="60" actId="255"/>
          <ac:spMkLst>
            <pc:docMk/>
            <pc:sldMk cId="2045382610" sldId="258"/>
            <ac:spMk id="3" creationId="{27051981-8517-225A-4F42-1B7E790EFD45}"/>
          </ac:spMkLst>
        </pc:spChg>
        <pc:spChg chg="mod">
          <ac:chgData name="Z0nik2 |" userId="edcdbffbdb199b0c" providerId="LiveId" clId="{7D567EC7-69B5-48BF-B714-A3B6CFDB11D9}" dt="2026-03-18T14:04:46.565" v="61" actId="255"/>
          <ac:spMkLst>
            <pc:docMk/>
            <pc:sldMk cId="2045382610" sldId="258"/>
            <ac:spMk id="4" creationId="{D229B32D-D0E9-D6A4-E961-7A3B47710CF6}"/>
          </ac:spMkLst>
        </pc:spChg>
        <pc:spChg chg="mod">
          <ac:chgData name="Z0nik2 |" userId="edcdbffbdb199b0c" providerId="LiveId" clId="{7D567EC7-69B5-48BF-B714-A3B6CFDB11D9}" dt="2026-03-18T14:04:49.827" v="62" actId="255"/>
          <ac:spMkLst>
            <pc:docMk/>
            <pc:sldMk cId="2045382610" sldId="258"/>
            <ac:spMk id="5" creationId="{A0EE76E1-CA48-FE4C-7F62-8A5927AD7CC9}"/>
          </ac:spMkLst>
        </pc:spChg>
        <pc:spChg chg="mod">
          <ac:chgData name="Z0nik2 |" userId="edcdbffbdb199b0c" providerId="LiveId" clId="{7D567EC7-69B5-48BF-B714-A3B6CFDB11D9}" dt="2026-03-18T14:04:46.565" v="61" actId="255"/>
          <ac:spMkLst>
            <pc:docMk/>
            <pc:sldMk cId="2045382610" sldId="258"/>
            <ac:spMk id="6" creationId="{517ECB7C-D24C-D6AD-6C6C-BD526FC1EB2B}"/>
          </ac:spMkLst>
        </pc:spChg>
      </pc:sldChg>
      <pc:sldChg chg="modSp mod">
        <pc:chgData name="Z0nik2 |" userId="edcdbffbdb199b0c" providerId="LiveId" clId="{7D567EC7-69B5-48BF-B714-A3B6CFDB11D9}" dt="2026-03-18T14:04:30.367" v="58" actId="255"/>
        <pc:sldMkLst>
          <pc:docMk/>
          <pc:sldMk cId="1760995193" sldId="259"/>
        </pc:sldMkLst>
        <pc:spChg chg="mod">
          <ac:chgData name="Z0nik2 |" userId="edcdbffbdb199b0c" providerId="LiveId" clId="{7D567EC7-69B5-48BF-B714-A3B6CFDB11D9}" dt="2026-03-18T14:04:00.957" v="56" actId="255"/>
          <ac:spMkLst>
            <pc:docMk/>
            <pc:sldMk cId="1760995193" sldId="259"/>
            <ac:spMk id="15" creationId="{090AA045-E81A-9AF5-BFC2-94DE1E07DBC5}"/>
          </ac:spMkLst>
        </pc:spChg>
        <pc:spChg chg="mod">
          <ac:chgData name="Z0nik2 |" userId="edcdbffbdb199b0c" providerId="LiveId" clId="{7D567EC7-69B5-48BF-B714-A3B6CFDB11D9}" dt="2026-03-18T14:04:05.578" v="57" actId="255"/>
          <ac:spMkLst>
            <pc:docMk/>
            <pc:sldMk cId="1760995193" sldId="259"/>
            <ac:spMk id="16" creationId="{6CAC9BAD-3D29-DDEC-EE31-7CD8E2D97339}"/>
          </ac:spMkLst>
        </pc:spChg>
        <pc:spChg chg="mod">
          <ac:chgData name="Z0nik2 |" userId="edcdbffbdb199b0c" providerId="LiveId" clId="{7D567EC7-69B5-48BF-B714-A3B6CFDB11D9}" dt="2026-03-18T14:04:30.367" v="58" actId="255"/>
          <ac:spMkLst>
            <pc:docMk/>
            <pc:sldMk cId="1760995193" sldId="259"/>
            <ac:spMk id="19" creationId="{F865ED4B-99C4-ABBB-C053-69A9D1355A9C}"/>
          </ac:spMkLst>
        </pc:spChg>
        <pc:spChg chg="mod">
          <ac:chgData name="Z0nik2 |" userId="edcdbffbdb199b0c" providerId="LiveId" clId="{7D567EC7-69B5-48BF-B714-A3B6CFDB11D9}" dt="2026-03-18T14:04:30.367" v="58" actId="255"/>
          <ac:spMkLst>
            <pc:docMk/>
            <pc:sldMk cId="1760995193" sldId="259"/>
            <ac:spMk id="24" creationId="{3490DB6C-41C5-D552-54E9-6C9EC7F47C4B}"/>
          </ac:spMkLst>
        </pc:spChg>
        <pc:spChg chg="mod">
          <ac:chgData name="Z0nik2 |" userId="edcdbffbdb199b0c" providerId="LiveId" clId="{7D567EC7-69B5-48BF-B714-A3B6CFDB11D9}" dt="2026-03-18T14:04:30.367" v="58" actId="255"/>
          <ac:spMkLst>
            <pc:docMk/>
            <pc:sldMk cId="1760995193" sldId="259"/>
            <ac:spMk id="26" creationId="{196068C9-5B4A-FB74-F6F6-39AE89C85231}"/>
          </ac:spMkLst>
        </pc:spChg>
        <pc:spChg chg="mod">
          <ac:chgData name="Z0nik2 |" userId="edcdbffbdb199b0c" providerId="LiveId" clId="{7D567EC7-69B5-48BF-B714-A3B6CFDB11D9}" dt="2026-03-18T14:04:30.367" v="58" actId="255"/>
          <ac:spMkLst>
            <pc:docMk/>
            <pc:sldMk cId="1760995193" sldId="259"/>
            <ac:spMk id="27" creationId="{D72C821A-37B3-5883-6E1F-9957A7A91A85}"/>
          </ac:spMkLst>
        </pc:spChg>
        <pc:spChg chg="mod">
          <ac:chgData name="Z0nik2 |" userId="edcdbffbdb199b0c" providerId="LiveId" clId="{7D567EC7-69B5-48BF-B714-A3B6CFDB11D9}" dt="2026-03-18T14:04:30.367" v="58" actId="255"/>
          <ac:spMkLst>
            <pc:docMk/>
            <pc:sldMk cId="1760995193" sldId="259"/>
            <ac:spMk id="29" creationId="{40EDB4C0-648F-A6E8-ACED-F1DCB00F79E1}"/>
          </ac:spMkLst>
        </pc:spChg>
        <pc:spChg chg="mod">
          <ac:chgData name="Z0nik2 |" userId="edcdbffbdb199b0c" providerId="LiveId" clId="{7D567EC7-69B5-48BF-B714-A3B6CFDB11D9}" dt="2026-03-18T14:04:30.367" v="58" actId="255"/>
          <ac:spMkLst>
            <pc:docMk/>
            <pc:sldMk cId="1760995193" sldId="259"/>
            <ac:spMk id="31" creationId="{385983C3-6F2A-5233-8FA7-95B1C96B32A9}"/>
          </ac:spMkLst>
        </pc:spChg>
        <pc:spChg chg="mod">
          <ac:chgData name="Z0nik2 |" userId="edcdbffbdb199b0c" providerId="LiveId" clId="{7D567EC7-69B5-48BF-B714-A3B6CFDB11D9}" dt="2026-03-18T14:04:30.367" v="58" actId="255"/>
          <ac:spMkLst>
            <pc:docMk/>
            <pc:sldMk cId="1760995193" sldId="259"/>
            <ac:spMk id="35" creationId="{D611BA0C-80E2-B43C-8FA8-896AB8448741}"/>
          </ac:spMkLst>
        </pc:spChg>
        <pc:spChg chg="mod">
          <ac:chgData name="Z0nik2 |" userId="edcdbffbdb199b0c" providerId="LiveId" clId="{7D567EC7-69B5-48BF-B714-A3B6CFDB11D9}" dt="2026-03-18T14:04:30.367" v="58" actId="255"/>
          <ac:spMkLst>
            <pc:docMk/>
            <pc:sldMk cId="1760995193" sldId="259"/>
            <ac:spMk id="36" creationId="{6A32CDEF-DC14-C54A-2316-16814A5DB229}"/>
          </ac:spMkLst>
        </pc:spChg>
        <pc:spChg chg="mod">
          <ac:chgData name="Z0nik2 |" userId="edcdbffbdb199b0c" providerId="LiveId" clId="{7D567EC7-69B5-48BF-B714-A3B6CFDB11D9}" dt="2026-03-18T14:04:30.367" v="58" actId="255"/>
          <ac:spMkLst>
            <pc:docMk/>
            <pc:sldMk cId="1760995193" sldId="259"/>
            <ac:spMk id="37" creationId="{FEC51FBE-2C23-E9ED-8170-96E2D5E01056}"/>
          </ac:spMkLst>
        </pc:spChg>
        <pc:spChg chg="mod">
          <ac:chgData name="Z0nik2 |" userId="edcdbffbdb199b0c" providerId="LiveId" clId="{7D567EC7-69B5-48BF-B714-A3B6CFDB11D9}" dt="2026-03-18T14:04:30.367" v="58" actId="255"/>
          <ac:spMkLst>
            <pc:docMk/>
            <pc:sldMk cId="1760995193" sldId="259"/>
            <ac:spMk id="46" creationId="{FD4A62C0-8EE4-8BD3-91E8-2124EB2676E3}"/>
          </ac:spMkLst>
        </pc:spChg>
      </pc:sldChg>
      <pc:sldChg chg="modSp mod">
        <pc:chgData name="Z0nik2 |" userId="edcdbffbdb199b0c" providerId="LiveId" clId="{7D567EC7-69B5-48BF-B714-A3B6CFDB11D9}" dt="2026-03-18T14:03:37.065" v="52" actId="255"/>
        <pc:sldMkLst>
          <pc:docMk/>
          <pc:sldMk cId="1115731820" sldId="261"/>
        </pc:sldMkLst>
        <pc:spChg chg="mod">
          <ac:chgData name="Z0nik2 |" userId="edcdbffbdb199b0c" providerId="LiveId" clId="{7D567EC7-69B5-48BF-B714-A3B6CFDB11D9}" dt="2026-03-18T14:03:20.567" v="49" actId="255"/>
          <ac:spMkLst>
            <pc:docMk/>
            <pc:sldMk cId="1115731820" sldId="261"/>
            <ac:spMk id="2" creationId="{CBA32823-3E7B-A79F-5C78-960EB9464443}"/>
          </ac:spMkLst>
        </pc:spChg>
        <pc:spChg chg="mod">
          <ac:chgData name="Z0nik2 |" userId="edcdbffbdb199b0c" providerId="LiveId" clId="{7D567EC7-69B5-48BF-B714-A3B6CFDB11D9}" dt="2026-03-18T14:03:23.774" v="50" actId="255"/>
          <ac:spMkLst>
            <pc:docMk/>
            <pc:sldMk cId="1115731820" sldId="261"/>
            <ac:spMk id="3" creationId="{63832263-F5F7-F7F5-29EA-A9E9CB4276B7}"/>
          </ac:spMkLst>
        </pc:spChg>
        <pc:spChg chg="mod">
          <ac:chgData name="Z0nik2 |" userId="edcdbffbdb199b0c" providerId="LiveId" clId="{7D567EC7-69B5-48BF-B714-A3B6CFDB11D9}" dt="2026-03-18T14:03:37.065" v="52" actId="255"/>
          <ac:spMkLst>
            <pc:docMk/>
            <pc:sldMk cId="1115731820" sldId="261"/>
            <ac:spMk id="6" creationId="{F093E9F4-BE86-AAFC-6EDB-C2592443AF12}"/>
          </ac:spMkLst>
        </pc:spChg>
        <pc:spChg chg="mod">
          <ac:chgData name="Z0nik2 |" userId="edcdbffbdb199b0c" providerId="LiveId" clId="{7D567EC7-69B5-48BF-B714-A3B6CFDB11D9}" dt="2026-03-18T14:03:37.065" v="52" actId="255"/>
          <ac:spMkLst>
            <pc:docMk/>
            <pc:sldMk cId="1115731820" sldId="261"/>
            <ac:spMk id="7" creationId="{B3204A94-1738-E495-815F-3BF9E4A9E575}"/>
          </ac:spMkLst>
        </pc:spChg>
        <pc:spChg chg="mod">
          <ac:chgData name="Z0nik2 |" userId="edcdbffbdb199b0c" providerId="LiveId" clId="{7D567EC7-69B5-48BF-B714-A3B6CFDB11D9}" dt="2026-03-18T14:03:37.065" v="52" actId="255"/>
          <ac:spMkLst>
            <pc:docMk/>
            <pc:sldMk cId="1115731820" sldId="261"/>
            <ac:spMk id="9" creationId="{D3177E44-F868-6F7D-EDE4-0009523F5053}"/>
          </ac:spMkLst>
        </pc:spChg>
        <pc:spChg chg="mod">
          <ac:chgData name="Z0nik2 |" userId="edcdbffbdb199b0c" providerId="LiveId" clId="{7D567EC7-69B5-48BF-B714-A3B6CFDB11D9}" dt="2026-03-18T14:03:37.065" v="52" actId="255"/>
          <ac:spMkLst>
            <pc:docMk/>
            <pc:sldMk cId="1115731820" sldId="261"/>
            <ac:spMk id="12" creationId="{27D3E5A7-38BD-851D-2556-DA255FBC7815}"/>
          </ac:spMkLst>
        </pc:spChg>
        <pc:spChg chg="mod">
          <ac:chgData name="Z0nik2 |" userId="edcdbffbdb199b0c" providerId="LiveId" clId="{7D567EC7-69B5-48BF-B714-A3B6CFDB11D9}" dt="2026-03-18T14:03:37.065" v="52" actId="255"/>
          <ac:spMkLst>
            <pc:docMk/>
            <pc:sldMk cId="1115731820" sldId="261"/>
            <ac:spMk id="13" creationId="{85167B58-5724-0668-C6AD-2E5F4A838672}"/>
          </ac:spMkLst>
        </pc:spChg>
        <pc:spChg chg="mod">
          <ac:chgData name="Z0nik2 |" userId="edcdbffbdb199b0c" providerId="LiveId" clId="{7D567EC7-69B5-48BF-B714-A3B6CFDB11D9}" dt="2026-03-18T14:03:37.065" v="52" actId="255"/>
          <ac:spMkLst>
            <pc:docMk/>
            <pc:sldMk cId="1115731820" sldId="261"/>
            <ac:spMk id="48" creationId="{FC217CB4-B840-7576-9D0E-0931CA63ACE7}"/>
          </ac:spMkLst>
        </pc:spChg>
        <pc:spChg chg="mod">
          <ac:chgData name="Z0nik2 |" userId="edcdbffbdb199b0c" providerId="LiveId" clId="{7D567EC7-69B5-48BF-B714-A3B6CFDB11D9}" dt="2026-03-18T14:03:37.065" v="52" actId="255"/>
          <ac:spMkLst>
            <pc:docMk/>
            <pc:sldMk cId="1115731820" sldId="261"/>
            <ac:spMk id="51" creationId="{59E4842E-66BD-5488-EB66-2113C83BF6FA}"/>
          </ac:spMkLst>
        </pc:spChg>
        <pc:spChg chg="mod">
          <ac:chgData name="Z0nik2 |" userId="edcdbffbdb199b0c" providerId="LiveId" clId="{7D567EC7-69B5-48BF-B714-A3B6CFDB11D9}" dt="2026-03-18T14:03:37.065" v="52" actId="255"/>
          <ac:spMkLst>
            <pc:docMk/>
            <pc:sldMk cId="1115731820" sldId="261"/>
            <ac:spMk id="52" creationId="{4B8B492E-C6DA-AB4A-E8BF-FBBDB76641EF}"/>
          </ac:spMkLst>
        </pc:spChg>
        <pc:spChg chg="mod">
          <ac:chgData name="Z0nik2 |" userId="edcdbffbdb199b0c" providerId="LiveId" clId="{7D567EC7-69B5-48BF-B714-A3B6CFDB11D9}" dt="2026-03-18T14:03:37.065" v="52" actId="255"/>
          <ac:spMkLst>
            <pc:docMk/>
            <pc:sldMk cId="1115731820" sldId="261"/>
            <ac:spMk id="54" creationId="{03380A87-D71F-D067-A526-860D806201B8}"/>
          </ac:spMkLst>
        </pc:spChg>
        <pc:spChg chg="mod">
          <ac:chgData name="Z0nik2 |" userId="edcdbffbdb199b0c" providerId="LiveId" clId="{7D567EC7-69B5-48BF-B714-A3B6CFDB11D9}" dt="2026-03-18T14:03:37.065" v="52" actId="255"/>
          <ac:spMkLst>
            <pc:docMk/>
            <pc:sldMk cId="1115731820" sldId="261"/>
            <ac:spMk id="55" creationId="{7AAC57F2-0438-EEB6-62B8-A4EBB1FBB97C}"/>
          </ac:spMkLst>
        </pc:spChg>
      </pc:sldChg>
      <pc:sldChg chg="modSp mod">
        <pc:chgData name="Z0nik2 |" userId="edcdbffbdb199b0c" providerId="LiveId" clId="{7D567EC7-69B5-48BF-B714-A3B6CFDB11D9}" dt="2026-03-18T14:03:53.820" v="54" actId="255"/>
        <pc:sldMkLst>
          <pc:docMk/>
          <pc:sldMk cId="451868097" sldId="262"/>
        </pc:sldMkLst>
        <pc:spChg chg="mod">
          <ac:chgData name="Z0nik2 |" userId="edcdbffbdb199b0c" providerId="LiveId" clId="{7D567EC7-69B5-48BF-B714-A3B6CFDB11D9}" dt="2026-03-18T14:02:35.207" v="45" actId="255"/>
          <ac:spMkLst>
            <pc:docMk/>
            <pc:sldMk cId="451868097" sldId="262"/>
            <ac:spMk id="15" creationId="{802FAFA4-6DEA-5118-B15C-155BA72E54D6}"/>
          </ac:spMkLst>
        </pc:spChg>
        <pc:spChg chg="mod">
          <ac:chgData name="Z0nik2 |" userId="edcdbffbdb199b0c" providerId="LiveId" clId="{7D567EC7-69B5-48BF-B714-A3B6CFDB11D9}" dt="2026-03-18T14:03:53.820" v="54" actId="255"/>
          <ac:spMkLst>
            <pc:docMk/>
            <pc:sldMk cId="451868097" sldId="262"/>
            <ac:spMk id="16" creationId="{BFF5C069-E5F8-CA7A-F896-B49A1A1AB92F}"/>
          </ac:spMkLst>
        </pc:spChg>
        <pc:spChg chg="mod">
          <ac:chgData name="Z0nik2 |" userId="edcdbffbdb199b0c" providerId="LiveId" clId="{7D567EC7-69B5-48BF-B714-A3B6CFDB11D9}" dt="2026-03-18T14:03:50.202" v="53" actId="255"/>
          <ac:spMkLst>
            <pc:docMk/>
            <pc:sldMk cId="451868097" sldId="262"/>
            <ac:spMk id="19" creationId="{49B1F37C-EC39-92F3-658E-A778376056CE}"/>
          </ac:spMkLst>
        </pc:spChg>
        <pc:spChg chg="mod">
          <ac:chgData name="Z0nik2 |" userId="edcdbffbdb199b0c" providerId="LiveId" clId="{7D567EC7-69B5-48BF-B714-A3B6CFDB11D9}" dt="2026-03-18T14:03:50.202" v="53" actId="255"/>
          <ac:spMkLst>
            <pc:docMk/>
            <pc:sldMk cId="451868097" sldId="262"/>
            <ac:spMk id="20" creationId="{4C207033-2484-9662-4923-BF03B6C25673}"/>
          </ac:spMkLst>
        </pc:spChg>
        <pc:spChg chg="mod">
          <ac:chgData name="Z0nik2 |" userId="edcdbffbdb199b0c" providerId="LiveId" clId="{7D567EC7-69B5-48BF-B714-A3B6CFDB11D9}" dt="2026-03-18T14:03:50.202" v="53" actId="255"/>
          <ac:spMkLst>
            <pc:docMk/>
            <pc:sldMk cId="451868097" sldId="262"/>
            <ac:spMk id="22" creationId="{2A20DFFE-7E59-6628-8A5B-F86226FD0C08}"/>
          </ac:spMkLst>
        </pc:spChg>
        <pc:spChg chg="mod">
          <ac:chgData name="Z0nik2 |" userId="edcdbffbdb199b0c" providerId="LiveId" clId="{7D567EC7-69B5-48BF-B714-A3B6CFDB11D9}" dt="2026-03-18T14:03:50.202" v="53" actId="255"/>
          <ac:spMkLst>
            <pc:docMk/>
            <pc:sldMk cId="451868097" sldId="262"/>
            <ac:spMk id="23" creationId="{3C4974E5-7548-8865-C37D-2B2B16E6B022}"/>
          </ac:spMkLst>
        </pc:spChg>
        <pc:spChg chg="mod">
          <ac:chgData name="Z0nik2 |" userId="edcdbffbdb199b0c" providerId="LiveId" clId="{7D567EC7-69B5-48BF-B714-A3B6CFDB11D9}" dt="2026-03-18T14:03:50.202" v="53" actId="255"/>
          <ac:spMkLst>
            <pc:docMk/>
            <pc:sldMk cId="451868097" sldId="262"/>
            <ac:spMk id="25" creationId="{58BC71A0-7087-B9C9-E505-A518BF39D8F7}"/>
          </ac:spMkLst>
        </pc:spChg>
        <pc:spChg chg="mod">
          <ac:chgData name="Z0nik2 |" userId="edcdbffbdb199b0c" providerId="LiveId" clId="{7D567EC7-69B5-48BF-B714-A3B6CFDB11D9}" dt="2026-03-18T14:03:50.202" v="53" actId="255"/>
          <ac:spMkLst>
            <pc:docMk/>
            <pc:sldMk cId="451868097" sldId="262"/>
            <ac:spMk id="26" creationId="{87BD35B7-DAC7-C9F3-AB6A-A0336207947C}"/>
          </ac:spMkLst>
        </pc:spChg>
        <pc:spChg chg="mod">
          <ac:chgData name="Z0nik2 |" userId="edcdbffbdb199b0c" providerId="LiveId" clId="{7D567EC7-69B5-48BF-B714-A3B6CFDB11D9}" dt="2026-03-18T14:03:50.202" v="53" actId="255"/>
          <ac:spMkLst>
            <pc:docMk/>
            <pc:sldMk cId="451868097" sldId="262"/>
            <ac:spMk id="28" creationId="{25162A4A-0506-0EB7-3B0D-E4679BE58359}"/>
          </ac:spMkLst>
        </pc:spChg>
        <pc:spChg chg="mod">
          <ac:chgData name="Z0nik2 |" userId="edcdbffbdb199b0c" providerId="LiveId" clId="{7D567EC7-69B5-48BF-B714-A3B6CFDB11D9}" dt="2026-03-18T14:03:50.202" v="53" actId="255"/>
          <ac:spMkLst>
            <pc:docMk/>
            <pc:sldMk cId="451868097" sldId="262"/>
            <ac:spMk id="31" creationId="{11FAAA99-2FA7-23A6-2AAD-740F8DFCD715}"/>
          </ac:spMkLst>
        </pc:spChg>
        <pc:spChg chg="mod">
          <ac:chgData name="Z0nik2 |" userId="edcdbffbdb199b0c" providerId="LiveId" clId="{7D567EC7-69B5-48BF-B714-A3B6CFDB11D9}" dt="2026-03-18T14:03:10.194" v="48" actId="255"/>
          <ac:spMkLst>
            <pc:docMk/>
            <pc:sldMk cId="451868097" sldId="262"/>
            <ac:spMk id="32" creationId="{B7F08F6F-8CAE-569F-9CA9-CE5A5BB92FC3}"/>
          </ac:spMkLst>
        </pc:spChg>
        <pc:spChg chg="mod">
          <ac:chgData name="Z0nik2 |" userId="edcdbffbdb199b0c" providerId="LiveId" clId="{7D567EC7-69B5-48BF-B714-A3B6CFDB11D9}" dt="2026-03-18T14:03:50.202" v="53" actId="255"/>
          <ac:spMkLst>
            <pc:docMk/>
            <pc:sldMk cId="451868097" sldId="262"/>
            <ac:spMk id="34" creationId="{E5BA00D5-2CC8-DB7F-9318-40B0B419A2BB}"/>
          </ac:spMkLst>
        </pc:spChg>
        <pc:spChg chg="mod">
          <ac:chgData name="Z0nik2 |" userId="edcdbffbdb199b0c" providerId="LiveId" clId="{7D567EC7-69B5-48BF-B714-A3B6CFDB11D9}" dt="2026-03-18T14:03:50.202" v="53" actId="255"/>
          <ac:spMkLst>
            <pc:docMk/>
            <pc:sldMk cId="451868097" sldId="262"/>
            <ac:spMk id="35" creationId="{A869A9BC-FDB0-8D53-2D52-DE77A2ACAF1F}"/>
          </ac:spMkLst>
        </pc:spChg>
      </pc:sldChg>
      <pc:sldChg chg="modSp mod">
        <pc:chgData name="Z0nik2 |" userId="edcdbffbdb199b0c" providerId="LiveId" clId="{7D567EC7-69B5-48BF-B714-A3B6CFDB11D9}" dt="2026-03-18T14:02:40.259" v="46" actId="255"/>
        <pc:sldMkLst>
          <pc:docMk/>
          <pc:sldMk cId="3182500175" sldId="263"/>
        </pc:sldMkLst>
        <pc:spChg chg="mod">
          <ac:chgData name="Z0nik2 |" userId="edcdbffbdb199b0c" providerId="LiveId" clId="{7D567EC7-69B5-48BF-B714-A3B6CFDB11D9}" dt="2026-03-18T14:02:40.259" v="46" actId="255"/>
          <ac:spMkLst>
            <pc:docMk/>
            <pc:sldMk cId="3182500175" sldId="263"/>
            <ac:spMk id="9" creationId="{835AEFE4-0218-BA73-5FE6-66CA05E79319}"/>
          </ac:spMkLst>
        </pc:spChg>
        <pc:spChg chg="mod">
          <ac:chgData name="Z0nik2 |" userId="edcdbffbdb199b0c" providerId="LiveId" clId="{7D567EC7-69B5-48BF-B714-A3B6CFDB11D9}" dt="2026-03-18T14:02:17.029" v="43" actId="255"/>
          <ac:spMkLst>
            <pc:docMk/>
            <pc:sldMk cId="3182500175" sldId="263"/>
            <ac:spMk id="10" creationId="{59D09BBB-9617-6A34-10BD-DB4E99E6CEC6}"/>
          </ac:spMkLst>
        </pc:spChg>
        <pc:spChg chg="mod">
          <ac:chgData name="Z0nik2 |" userId="edcdbffbdb199b0c" providerId="LiveId" clId="{7D567EC7-69B5-48BF-B714-A3B6CFDB11D9}" dt="2026-03-18T14:02:14.198" v="42" actId="255"/>
          <ac:spMkLst>
            <pc:docMk/>
            <pc:sldMk cId="3182500175" sldId="263"/>
            <ac:spMk id="11" creationId="{84733654-3087-C85E-CD90-CCB7403A9286}"/>
          </ac:spMkLst>
        </pc:spChg>
        <pc:spChg chg="mod">
          <ac:chgData name="Z0nik2 |" userId="edcdbffbdb199b0c" providerId="LiveId" clId="{7D567EC7-69B5-48BF-B714-A3B6CFDB11D9}" dt="2026-03-18T14:02:10.247" v="41" actId="255"/>
          <ac:spMkLst>
            <pc:docMk/>
            <pc:sldMk cId="3182500175" sldId="263"/>
            <ac:spMk id="12" creationId="{F82A847F-51AE-363C-022F-02B5B543E5C7}"/>
          </ac:spMkLst>
        </pc:spChg>
        <pc:spChg chg="mod">
          <ac:chgData name="Z0nik2 |" userId="edcdbffbdb199b0c" providerId="LiveId" clId="{7D567EC7-69B5-48BF-B714-A3B6CFDB11D9}" dt="2026-03-18T14:02:14.198" v="42" actId="255"/>
          <ac:spMkLst>
            <pc:docMk/>
            <pc:sldMk cId="3182500175" sldId="263"/>
            <ac:spMk id="13" creationId="{3FCB147B-F78F-8319-B839-25FAEC4BE77E}"/>
          </ac:spMkLst>
        </pc:spChg>
        <pc:spChg chg="mod">
          <ac:chgData name="Z0nik2 |" userId="edcdbffbdb199b0c" providerId="LiveId" clId="{7D567EC7-69B5-48BF-B714-A3B6CFDB11D9}" dt="2026-03-18T14:02:10.247" v="41" actId="255"/>
          <ac:spMkLst>
            <pc:docMk/>
            <pc:sldMk cId="3182500175" sldId="263"/>
            <ac:spMk id="14" creationId="{B88C5905-D666-D20F-3635-81AF74A1A1C9}"/>
          </ac:spMkLst>
        </pc:spChg>
        <pc:spChg chg="mod">
          <ac:chgData name="Z0nik2 |" userId="edcdbffbdb199b0c" providerId="LiveId" clId="{7D567EC7-69B5-48BF-B714-A3B6CFDB11D9}" dt="2026-03-18T14:02:14.198" v="42" actId="255"/>
          <ac:spMkLst>
            <pc:docMk/>
            <pc:sldMk cId="3182500175" sldId="263"/>
            <ac:spMk id="36" creationId="{BB26CC36-C8FD-5E6D-CF9E-D0BF9D1B808B}"/>
          </ac:spMkLst>
        </pc:spChg>
      </pc:sldChg>
      <pc:sldChg chg="delSp modSp mod">
        <pc:chgData name="Z0nik2 |" userId="edcdbffbdb199b0c" providerId="LiveId" clId="{7D567EC7-69B5-48BF-B714-A3B6CFDB11D9}" dt="2026-03-18T14:02:47.793" v="47" actId="255"/>
        <pc:sldMkLst>
          <pc:docMk/>
          <pc:sldMk cId="2993373000" sldId="264"/>
        </pc:sldMkLst>
        <pc:spChg chg="del">
          <ac:chgData name="Z0nik2 |" userId="edcdbffbdb199b0c" providerId="LiveId" clId="{7D567EC7-69B5-48BF-B714-A3B6CFDB11D9}" dt="2026-03-18T13:59:51.700" v="17" actId="478"/>
          <ac:spMkLst>
            <pc:docMk/>
            <pc:sldMk cId="2993373000" sldId="264"/>
            <ac:spMk id="3" creationId="{569DCE50-2E94-1DE0-6B8A-251A4718BB13}"/>
          </ac:spMkLst>
        </pc:spChg>
        <pc:spChg chg="mod">
          <ac:chgData name="Z0nik2 |" userId="edcdbffbdb199b0c" providerId="LiveId" clId="{7D567EC7-69B5-48BF-B714-A3B6CFDB11D9}" dt="2026-03-18T14:02:47.793" v="47" actId="255"/>
          <ac:spMkLst>
            <pc:docMk/>
            <pc:sldMk cId="2993373000" sldId="264"/>
            <ac:spMk id="19" creationId="{D783B8A8-B634-3141-DE7A-9C37A6DBA9E0}"/>
          </ac:spMkLst>
        </pc:spChg>
        <pc:spChg chg="mod">
          <ac:chgData name="Z0nik2 |" userId="edcdbffbdb199b0c" providerId="LiveId" clId="{7D567EC7-69B5-48BF-B714-A3B6CFDB11D9}" dt="2026-03-18T14:01:55.679" v="38" actId="255"/>
          <ac:spMkLst>
            <pc:docMk/>
            <pc:sldMk cId="2993373000" sldId="264"/>
            <ac:spMk id="21" creationId="{DAFB95DE-0607-64C6-7E44-B89CC0B679D2}"/>
          </ac:spMkLst>
        </pc:spChg>
        <pc:spChg chg="mod">
          <ac:chgData name="Z0nik2 |" userId="edcdbffbdb199b0c" providerId="LiveId" clId="{7D567EC7-69B5-48BF-B714-A3B6CFDB11D9}" dt="2026-03-18T14:01:55.679" v="38" actId="255"/>
          <ac:spMkLst>
            <pc:docMk/>
            <pc:sldMk cId="2993373000" sldId="264"/>
            <ac:spMk id="23" creationId="{55A52E46-4D59-170C-ACB9-014D30CA4989}"/>
          </ac:spMkLst>
        </pc:spChg>
        <pc:spChg chg="mod">
          <ac:chgData name="Z0nik2 |" userId="edcdbffbdb199b0c" providerId="LiveId" clId="{7D567EC7-69B5-48BF-B714-A3B6CFDB11D9}" dt="2026-03-18T14:01:55.679" v="38" actId="255"/>
          <ac:spMkLst>
            <pc:docMk/>
            <pc:sldMk cId="2993373000" sldId="264"/>
            <ac:spMk id="25" creationId="{6BBAB66D-5CA3-F864-4875-73A92DFC6CAB}"/>
          </ac:spMkLst>
        </pc:spChg>
        <pc:spChg chg="mod">
          <ac:chgData name="Z0nik2 |" userId="edcdbffbdb199b0c" providerId="LiveId" clId="{7D567EC7-69B5-48BF-B714-A3B6CFDB11D9}" dt="2026-03-18T14:01:55.679" v="38" actId="255"/>
          <ac:spMkLst>
            <pc:docMk/>
            <pc:sldMk cId="2993373000" sldId="264"/>
            <ac:spMk id="27" creationId="{8A790E91-4868-9149-150B-4991E2096996}"/>
          </ac:spMkLst>
        </pc:spChg>
        <pc:spChg chg="mod">
          <ac:chgData name="Z0nik2 |" userId="edcdbffbdb199b0c" providerId="LiveId" clId="{7D567EC7-69B5-48BF-B714-A3B6CFDB11D9}" dt="2026-03-18T14:01:55.679" v="38" actId="255"/>
          <ac:spMkLst>
            <pc:docMk/>
            <pc:sldMk cId="2993373000" sldId="264"/>
            <ac:spMk id="29" creationId="{9CEBF0BB-47EF-7ABE-6759-085D73348292}"/>
          </ac:spMkLst>
        </pc:spChg>
      </pc:sldChg>
      <pc:sldChg chg="modSp mod">
        <pc:chgData name="Z0nik2 |" userId="edcdbffbdb199b0c" providerId="LiveId" clId="{7D567EC7-69B5-48BF-B714-A3B6CFDB11D9}" dt="2026-03-18T14:01:36.399" v="36" actId="14100"/>
        <pc:sldMkLst>
          <pc:docMk/>
          <pc:sldMk cId="1473270606" sldId="266"/>
        </pc:sldMkLst>
        <pc:spChg chg="mod">
          <ac:chgData name="Z0nik2 |" userId="edcdbffbdb199b0c" providerId="LiveId" clId="{7D567EC7-69B5-48BF-B714-A3B6CFDB11D9}" dt="2026-03-18T14:00:33.219" v="25" actId="255"/>
          <ac:spMkLst>
            <pc:docMk/>
            <pc:sldMk cId="1473270606" sldId="266"/>
            <ac:spMk id="2" creationId="{B2236FE1-34C9-8BB2-EA60-FF9F54B4A483}"/>
          </ac:spMkLst>
        </pc:spChg>
        <pc:spChg chg="mod">
          <ac:chgData name="Z0nik2 |" userId="edcdbffbdb199b0c" providerId="LiveId" clId="{7D567EC7-69B5-48BF-B714-A3B6CFDB11D9}" dt="2026-03-18T14:01:36.399" v="36" actId="14100"/>
          <ac:spMkLst>
            <pc:docMk/>
            <pc:sldMk cId="1473270606" sldId="266"/>
            <ac:spMk id="3" creationId="{100C7D17-150D-491F-B702-F05691F3C6CD}"/>
          </ac:spMkLst>
        </pc:spChg>
        <pc:spChg chg="mod">
          <ac:chgData name="Z0nik2 |" userId="edcdbffbdb199b0c" providerId="LiveId" clId="{7D567EC7-69B5-48BF-B714-A3B6CFDB11D9}" dt="2026-03-18T14:00:42.759" v="26" actId="255"/>
          <ac:spMkLst>
            <pc:docMk/>
            <pc:sldMk cId="1473270606" sldId="266"/>
            <ac:spMk id="4" creationId="{EB0F0AEB-5B22-AC3F-27E8-C76375B9C1D9}"/>
          </ac:spMkLst>
        </pc:spChg>
        <pc:spChg chg="mod">
          <ac:chgData name="Z0nik2 |" userId="edcdbffbdb199b0c" providerId="LiveId" clId="{7D567EC7-69B5-48BF-B714-A3B6CFDB11D9}" dt="2026-03-18T14:01:23.489" v="33" actId="2711"/>
          <ac:spMkLst>
            <pc:docMk/>
            <pc:sldMk cId="1473270606" sldId="266"/>
            <ac:spMk id="6" creationId="{0FAB85F4-8092-C1DC-0AF7-52FA44106513}"/>
          </ac:spMkLst>
        </pc:spChg>
        <pc:spChg chg="mod">
          <ac:chgData name="Z0nik2 |" userId="edcdbffbdb199b0c" providerId="LiveId" clId="{7D567EC7-69B5-48BF-B714-A3B6CFDB11D9}" dt="2026-03-18T14:01:29.711" v="34" actId="2711"/>
          <ac:spMkLst>
            <pc:docMk/>
            <pc:sldMk cId="1473270606" sldId="266"/>
            <ac:spMk id="7" creationId="{AF08D387-ED88-0FD7-C79D-E81F79253920}"/>
          </ac:spMkLst>
        </pc:spChg>
        <pc:spChg chg="mod">
          <ac:chgData name="Z0nik2 |" userId="edcdbffbdb199b0c" providerId="LiveId" clId="{7D567EC7-69B5-48BF-B714-A3B6CFDB11D9}" dt="2026-03-18T14:01:23.489" v="33" actId="2711"/>
          <ac:spMkLst>
            <pc:docMk/>
            <pc:sldMk cId="1473270606" sldId="266"/>
            <ac:spMk id="9" creationId="{1E8DED19-7DEA-4744-0DB1-72A9EAE6B078}"/>
          </ac:spMkLst>
        </pc:spChg>
        <pc:spChg chg="mod">
          <ac:chgData name="Z0nik2 |" userId="edcdbffbdb199b0c" providerId="LiveId" clId="{7D567EC7-69B5-48BF-B714-A3B6CFDB11D9}" dt="2026-03-18T14:01:29.711" v="34" actId="2711"/>
          <ac:spMkLst>
            <pc:docMk/>
            <pc:sldMk cId="1473270606" sldId="266"/>
            <ac:spMk id="10" creationId="{E91BE93C-000A-4FAF-0E93-2E3CD1CF4E87}"/>
          </ac:spMkLst>
        </pc:spChg>
        <pc:spChg chg="mod">
          <ac:chgData name="Z0nik2 |" userId="edcdbffbdb199b0c" providerId="LiveId" clId="{7D567EC7-69B5-48BF-B714-A3B6CFDB11D9}" dt="2026-03-18T14:01:23.489" v="33" actId="2711"/>
          <ac:spMkLst>
            <pc:docMk/>
            <pc:sldMk cId="1473270606" sldId="266"/>
            <ac:spMk id="12" creationId="{B4D114BB-3D2B-20C3-E4A6-52019C11A84F}"/>
          </ac:spMkLst>
        </pc:spChg>
        <pc:spChg chg="mod">
          <ac:chgData name="Z0nik2 |" userId="edcdbffbdb199b0c" providerId="LiveId" clId="{7D567EC7-69B5-48BF-B714-A3B6CFDB11D9}" dt="2026-03-18T14:01:29.711" v="34" actId="2711"/>
          <ac:spMkLst>
            <pc:docMk/>
            <pc:sldMk cId="1473270606" sldId="266"/>
            <ac:spMk id="13" creationId="{9D304324-35D7-C6D1-E0F2-1F6375523CDB}"/>
          </ac:spMkLst>
        </pc:spChg>
        <pc:spChg chg="mod">
          <ac:chgData name="Z0nik2 |" userId="edcdbffbdb199b0c" providerId="LiveId" clId="{7D567EC7-69B5-48BF-B714-A3B6CFDB11D9}" dt="2026-03-18T14:01:23.489" v="33" actId="2711"/>
          <ac:spMkLst>
            <pc:docMk/>
            <pc:sldMk cId="1473270606" sldId="266"/>
            <ac:spMk id="15" creationId="{0FD53144-9AAB-9AFE-10C9-85913C596F4D}"/>
          </ac:spMkLst>
        </pc:spChg>
        <pc:spChg chg="mod">
          <ac:chgData name="Z0nik2 |" userId="edcdbffbdb199b0c" providerId="LiveId" clId="{7D567EC7-69B5-48BF-B714-A3B6CFDB11D9}" dt="2026-03-18T14:01:29.711" v="34" actId="2711"/>
          <ac:spMkLst>
            <pc:docMk/>
            <pc:sldMk cId="1473270606" sldId="266"/>
            <ac:spMk id="16" creationId="{7940CF39-315C-1EB6-5C8A-BD539B6B1838}"/>
          </ac:spMkLst>
        </pc:spChg>
        <pc:spChg chg="mod">
          <ac:chgData name="Z0nik2 |" userId="edcdbffbdb199b0c" providerId="LiveId" clId="{7D567EC7-69B5-48BF-B714-A3B6CFDB11D9}" dt="2026-03-18T14:01:23.489" v="33" actId="2711"/>
          <ac:spMkLst>
            <pc:docMk/>
            <pc:sldMk cId="1473270606" sldId="266"/>
            <ac:spMk id="18" creationId="{2A20D65E-A0DC-B1A6-3373-C2EA6526D09B}"/>
          </ac:spMkLst>
        </pc:spChg>
        <pc:spChg chg="mod">
          <ac:chgData name="Z0nik2 |" userId="edcdbffbdb199b0c" providerId="LiveId" clId="{7D567EC7-69B5-48BF-B714-A3B6CFDB11D9}" dt="2026-03-18T14:01:29.711" v="34" actId="2711"/>
          <ac:spMkLst>
            <pc:docMk/>
            <pc:sldMk cId="1473270606" sldId="266"/>
            <ac:spMk id="30" creationId="{D2916791-BABB-6B71-41B5-5129B6032EB0}"/>
          </ac:spMkLst>
        </pc:spChg>
      </pc:sldChg>
      <pc:sldChg chg="modSp mod">
        <pc:chgData name="Z0nik2 |" userId="edcdbffbdb199b0c" providerId="LiveId" clId="{7D567EC7-69B5-48BF-B714-A3B6CFDB11D9}" dt="2026-03-18T14:01:11.137" v="31" actId="2711"/>
        <pc:sldMkLst>
          <pc:docMk/>
          <pc:sldMk cId="3919177433" sldId="267"/>
        </pc:sldMkLst>
        <pc:spChg chg="mod">
          <ac:chgData name="Z0nik2 |" userId="edcdbffbdb199b0c" providerId="LiveId" clId="{7D567EC7-69B5-48BF-B714-A3B6CFDB11D9}" dt="2026-03-18T14:01:11.137" v="31" actId="2711"/>
          <ac:spMkLst>
            <pc:docMk/>
            <pc:sldMk cId="3919177433" sldId="267"/>
            <ac:spMk id="21" creationId="{AF2ED45A-EC20-F800-32FF-C1CF6CE7FF4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883509-0F9B-4C6A-B11A-2F53B01C3ADD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C7A261-C9A7-4B25-B56C-2E400C59D2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908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77B0FC-59FB-9866-06B5-40C321D1B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996C3FA-C157-F519-2729-60F2F75AF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39C961-8EE2-1076-F64A-B9A37DD20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DEC03-F226-4E14-ABC5-EBEA0303890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A70BF1-9ECC-0103-AE09-F772D68FD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093C6D-15C6-3060-1FAD-ED17A8059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84F5A-7428-486E-8090-B3D7FC7FDA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355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448867-62F2-9A14-0A0C-F7CEE77CF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4F0FF4-7325-3CF4-38ED-232B04485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31D216-A260-55C9-5C76-890D5C410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DEC03-F226-4E14-ABC5-EBEA0303890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AA38F2-9038-3793-0386-70FAEB678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3870E1-151E-6469-F77D-19AEBBA3C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84F5A-7428-486E-8090-B3D7FC7FDA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682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D69771-BDDD-215B-536A-16B42C232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7055FD-9BB1-915C-99AE-A4112A4C5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779AE9-48BB-3591-6661-74604B096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DEC03-F226-4E14-ABC5-EBEA0303890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0DCA20-192A-A05D-C031-A0332C8E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B72770-4D15-1BEF-0319-04FBA86DB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84F5A-7428-486E-8090-B3D7FC7FDA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8191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889F53-5BC2-7FB8-DB80-9C94C11D2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94DE15-D5A4-101F-2595-D269419BFB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3A0011-FD2C-37E1-5CE2-050A28CF2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EC95C2-9337-81D4-C059-541A32648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DEC03-F226-4E14-ABC5-EBEA0303890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8497EFD-67F9-89EF-1594-BC0C6778C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0FE1252-B5A3-331A-8C1D-15E9AA62A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84F5A-7428-486E-8090-B3D7FC7FDA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120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8454F-2FFC-FB7C-3ED3-DB98821FA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01C5A8-912B-CDB0-B871-317C99058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27546F4-D25F-F5EA-5B5C-8ACC80EEC8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F47259F-19B9-516A-AC9A-0ECE8836FB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BD2E511-ED0D-EDF6-A354-65230F91D1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2DF59C0-8087-7D7F-EF76-821A91365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DEC03-F226-4E14-ABC5-EBEA0303890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CDB8B3D-AB87-E12B-B44E-967B01681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2F0891B-44D2-F155-FFA1-22DC489AD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84F5A-7428-486E-8090-B3D7FC7FDA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5062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8020BC-C4E4-C77D-BD4A-46D462AFF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C6C179E-D7D5-FA12-9091-6F603CC5F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DEC03-F226-4E14-ABC5-EBEA0303890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027F86C-5B84-A30A-D7A5-471A44844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34C8B16-5006-FF37-3678-C6B9804D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84F5A-7428-486E-8090-B3D7FC7FDA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805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C3486AF-889D-23AF-756E-D79852FBD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DEC03-F226-4E14-ABC5-EBEA0303890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7EF7064-737A-19F1-EEB6-FCB90F80B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E99B27A-FD9B-48CA-6CBA-05EED729A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84F5A-7428-486E-8090-B3D7FC7FDA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279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393F0F-9F22-69B4-8225-5F3217DBA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F6444A-B56E-662D-E7E7-BA034AEF4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D2F757-9AC1-7FFF-7085-2F10D85EF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E5108CF-C7E5-372F-B72F-28FC6BE09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DEC03-F226-4E14-ABC5-EBEA0303890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CB1D024-8286-5E3D-99D8-A59B02804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9553AA-90A2-F597-3FDB-E8889D79C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84F5A-7428-486E-8090-B3D7FC7FDA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0290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A57670-6B10-239D-F785-0E09530CB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9722D1C-3469-38B7-F342-D102F886C0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42DDB9-FBD5-3B3B-8BE9-B1313EEC6A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05F9FE-D8A2-D845-9637-A591FADBB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DEC03-F226-4E14-ABC5-EBEA0303890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C80B9A-4FCE-84DC-FDD2-4D67BF9FE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397849-0F03-7191-DD2E-4D7B07F71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84F5A-7428-486E-8090-B3D7FC7FDA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577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3D9BA0-68C9-6D79-A2EC-CB576343E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A29AA7B-B49C-A429-63A4-C05DB0063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AA0E4D-AC96-0261-7023-D3B3D4E41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DEC03-F226-4E14-ABC5-EBEA0303890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E10C7F-8256-1F57-61EA-0BF23A8CA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BB274F-032D-8153-87A2-8BEF2098E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84F5A-7428-486E-8090-B3D7FC7FDA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8617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7218CFC-67AE-553C-6AB0-7B538BA2BC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F17F2B1-A810-B491-278C-1068EFA00C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CDA92E-5336-3246-6664-F3F9408A3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DEC03-F226-4E14-ABC5-EBEA0303890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551A08-15E3-67A9-D682-581517BF8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AFE9F1-2D11-6DC0-B394-6D73420D0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84F5A-7428-486E-8090-B3D7FC7FDA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4248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03A6B0-7551-BFA1-C5E1-617E17A3D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B6FAEB-F915-A6B7-5140-F89A00100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0F27C2-276C-D227-FDD6-0D9D8CEA9B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DEC03-F226-4E14-ABC5-EBEA0303890F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B6AADB-1D04-3E40-E364-44649EECE9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A6DFFD-E4EA-79FC-376B-A69668184E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B84F5A-7428-486E-8090-B3D7FC7FDA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6114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AD4F08F-8583-E021-DACB-E2DCD1C1B5F1}"/>
              </a:ext>
            </a:extLst>
          </p:cNvPr>
          <p:cNvSpPr/>
          <p:nvPr/>
        </p:nvSpPr>
        <p:spPr>
          <a:xfrm>
            <a:off x="373165" y="740663"/>
            <a:ext cx="130428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F2F0F4"/>
                </a:solidFill>
                <a:latin typeface="+mj-lt"/>
                <a:ea typeface="Montserrat" pitchFamily="34" charset="-122"/>
                <a:cs typeface="Montserrat" pitchFamily="34" charset="-120"/>
              </a:rPr>
              <a:t>Разработка прототипа «Умного зеркала» для навигации и коммуникации в студенческом общежитии</a:t>
            </a:r>
            <a:endParaRPr lang="en-US" sz="4400" dirty="0">
              <a:latin typeface="+mj-lt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2E8590D-0AF9-F673-59C6-2C6D3933D946}"/>
              </a:ext>
            </a:extLst>
          </p:cNvPr>
          <p:cNvSpPr/>
          <p:nvPr/>
        </p:nvSpPr>
        <p:spPr>
          <a:xfrm>
            <a:off x="373166" y="312215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00" b="1" dirty="0">
                <a:solidFill>
                  <a:srgbClr val="DCD7E5"/>
                </a:solidFill>
                <a:latin typeface="+mj-lt"/>
                <a:ea typeface="Heebo Light" pitchFamily="34" charset="-122"/>
                <a:cs typeface="Heebo Light" pitchFamily="34" charset="-120"/>
              </a:rPr>
              <a:t>Дисциплина:</a:t>
            </a:r>
            <a:r>
              <a:rPr lang="en-US" sz="1700" dirty="0">
                <a:solidFill>
                  <a:srgbClr val="DCD7E5"/>
                </a:solidFill>
                <a:latin typeface="+mj-lt"/>
                <a:ea typeface="Heebo Light" pitchFamily="34" charset="-122"/>
                <a:cs typeface="Heebo Light" pitchFamily="34" charset="-120"/>
              </a:rPr>
              <a:t> Управление проектами</a:t>
            </a:r>
            <a:endParaRPr lang="en-US" sz="1700" dirty="0">
              <a:latin typeface="+mj-lt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76442FC-0122-46A3-0EE5-CD7846D06A9E}"/>
              </a:ext>
            </a:extLst>
          </p:cNvPr>
          <p:cNvSpPr/>
          <p:nvPr/>
        </p:nvSpPr>
        <p:spPr>
          <a:xfrm>
            <a:off x="373161" y="34956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00" b="1" dirty="0">
                <a:solidFill>
                  <a:srgbClr val="DCD7E5"/>
                </a:solidFill>
                <a:latin typeface="+mj-lt"/>
                <a:ea typeface="Heebo Light" pitchFamily="34" charset="-122"/>
                <a:cs typeface="Heebo Light" pitchFamily="34" charset="-120"/>
              </a:rPr>
              <a:t>Группа:</a:t>
            </a:r>
            <a:r>
              <a:rPr lang="en-US" sz="1700" dirty="0">
                <a:solidFill>
                  <a:srgbClr val="DCD7E5"/>
                </a:solidFill>
                <a:latin typeface="+mj-lt"/>
                <a:ea typeface="Heebo Light" pitchFamily="34" charset="-122"/>
                <a:cs typeface="Heebo Light" pitchFamily="34" charset="-120"/>
              </a:rPr>
              <a:t> ИТ-СИП-23-24(РИ)</a:t>
            </a:r>
            <a:endParaRPr lang="en-US" sz="1700" dirty="0">
              <a:latin typeface="+mj-lt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E376ADD-66CC-4632-A54F-8211C020F898}"/>
              </a:ext>
            </a:extLst>
          </p:cNvPr>
          <p:cNvSpPr/>
          <p:nvPr/>
        </p:nvSpPr>
        <p:spPr>
          <a:xfrm>
            <a:off x="373160" y="5997710"/>
            <a:ext cx="204952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00" b="1" dirty="0">
                <a:solidFill>
                  <a:srgbClr val="DCD7E5"/>
                </a:solidFill>
                <a:latin typeface="+mj-lt"/>
                <a:ea typeface="Heebo Light" pitchFamily="34" charset="-122"/>
                <a:cs typeface="Heebo Light" pitchFamily="34" charset="-120"/>
              </a:rPr>
              <a:t>Дата:</a:t>
            </a:r>
            <a:r>
              <a:rPr lang="en-US" sz="1700" dirty="0">
                <a:solidFill>
                  <a:srgbClr val="DCD7E5"/>
                </a:solidFill>
                <a:latin typeface="+mj-lt"/>
                <a:ea typeface="Heebo Light" pitchFamily="34" charset="-122"/>
                <a:cs typeface="Heebo Light" pitchFamily="34" charset="-120"/>
              </a:rPr>
              <a:t> 18.03.2026</a:t>
            </a:r>
            <a:endParaRPr lang="en-US" sz="1700" dirty="0">
              <a:latin typeface="+mj-lt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8CF70367-209B-AE53-9F52-8B1053DC6122}"/>
              </a:ext>
            </a:extLst>
          </p:cNvPr>
          <p:cNvGrpSpPr/>
          <p:nvPr/>
        </p:nvGrpSpPr>
        <p:grpSpPr>
          <a:xfrm>
            <a:off x="373160" y="5442713"/>
            <a:ext cx="14747433" cy="362904"/>
            <a:chOff x="373161" y="4837429"/>
            <a:chExt cx="14558749" cy="362904"/>
          </a:xfrm>
        </p:grpSpPr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17ACEE1B-D147-E3F1-C80A-7452477758E1}"/>
                </a:ext>
              </a:extLst>
            </p:cNvPr>
            <p:cNvSpPr/>
            <p:nvPr/>
          </p:nvSpPr>
          <p:spPr>
            <a:xfrm>
              <a:off x="373161" y="4837430"/>
              <a:ext cx="1515929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00" b="1" dirty="0">
                  <a:solidFill>
                    <a:srgbClr val="DCD7E5"/>
                  </a:solidFill>
                  <a:latin typeface="+mj-lt"/>
                  <a:ea typeface="Heebo Light" pitchFamily="34" charset="-122"/>
                  <a:cs typeface="Heebo Light" pitchFamily="34" charset="-120"/>
                </a:rPr>
                <a:t>Исполнитель:</a:t>
              </a:r>
              <a:endParaRPr lang="en-US" sz="1700" dirty="0">
                <a:latin typeface="+mj-lt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CCE5974B-1C70-C008-7ED3-07EEC1FE7407}"/>
                </a:ext>
              </a:extLst>
            </p:cNvPr>
            <p:cNvSpPr/>
            <p:nvPr/>
          </p:nvSpPr>
          <p:spPr>
            <a:xfrm>
              <a:off x="1656524" y="4837429"/>
              <a:ext cx="13275386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00" i="1" dirty="0">
                  <a:solidFill>
                    <a:srgbClr val="DCD7E5"/>
                  </a:solidFill>
                  <a:latin typeface="+mj-lt"/>
                  <a:ea typeface="Heebo Light" pitchFamily="34" charset="-122"/>
                  <a:cs typeface="Heebo Light" pitchFamily="34" charset="-120"/>
                </a:rPr>
                <a:t>Руководитель, разработчик, аналитик:</a:t>
              </a:r>
              <a:r>
                <a:rPr lang="en-US" sz="1700" dirty="0">
                  <a:solidFill>
                    <a:srgbClr val="DCD7E5"/>
                  </a:solidFill>
                  <a:latin typeface="+mj-lt"/>
                  <a:ea typeface="Heebo Light" pitchFamily="34" charset="-122"/>
                  <a:cs typeface="Heebo Light" pitchFamily="34" charset="-120"/>
                </a:rPr>
                <a:t> Ревенко Сергей Антонович</a:t>
              </a:r>
              <a:endParaRPr lang="en-US" sz="1700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3099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169E5-3091-5FBB-68CB-80115E8E8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>
            <a:extLst>
              <a:ext uri="{FF2B5EF4-FFF2-40B4-BE49-F238E27FC236}">
                <a16:creationId xmlns:a16="http://schemas.microsoft.com/office/drawing/2014/main" id="{EAD58572-D54D-7086-79A1-1A272E8AB90E}"/>
              </a:ext>
            </a:extLst>
          </p:cNvPr>
          <p:cNvSpPr/>
          <p:nvPr/>
        </p:nvSpPr>
        <p:spPr>
          <a:xfrm>
            <a:off x="661492" y="819151"/>
            <a:ext cx="636905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4625"/>
              </a:lnSpc>
            </a:pPr>
            <a:r>
              <a:rPr lang="en-US" sz="3700" dirty="0">
                <a:solidFill>
                  <a:srgbClr val="F2F0F4"/>
                </a:solidFill>
                <a:latin typeface="+mj-lt"/>
                <a:ea typeface="Montserrat" pitchFamily="34" charset="-122"/>
                <a:cs typeface="Montserrat" pitchFamily="34" charset="-120"/>
              </a:rPr>
              <a:t>Проблема и актуальность</a:t>
            </a:r>
            <a:endParaRPr lang="en-US" sz="37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438900DD-0CE1-10BD-DDD9-795302BE252B}"/>
              </a:ext>
            </a:extLst>
          </p:cNvPr>
          <p:cNvSpPr/>
          <p:nvPr/>
        </p:nvSpPr>
        <p:spPr>
          <a:xfrm>
            <a:off x="661492" y="1787823"/>
            <a:ext cx="3496965" cy="4251028"/>
          </a:xfrm>
          <a:prstGeom prst="roundRect">
            <a:avLst>
              <a:gd name="adj" fmla="val 2270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E018D2D0-6F45-D180-4191-5964B5E6DDAF}"/>
              </a:ext>
            </a:extLst>
          </p:cNvPr>
          <p:cNvSpPr/>
          <p:nvPr/>
        </p:nvSpPr>
        <p:spPr>
          <a:xfrm>
            <a:off x="856854" y="1983184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2292"/>
              </a:lnSpc>
            </a:pPr>
            <a:r>
              <a:rPr lang="en-US" dirty="0">
                <a:solidFill>
                  <a:srgbClr val="DCD7E5"/>
                </a:solidFill>
                <a:latin typeface="+mj-lt"/>
                <a:ea typeface="Montserrat" pitchFamily="34" charset="-122"/>
                <a:cs typeface="Montserrat" pitchFamily="34" charset="-120"/>
              </a:rPr>
              <a:t>В чем суть</a:t>
            </a:r>
            <a:endParaRPr lang="en-US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F4F47812-41E9-F59A-8249-5735A30B7EE3}"/>
              </a:ext>
            </a:extLst>
          </p:cNvPr>
          <p:cNvSpPr/>
          <p:nvPr/>
        </p:nvSpPr>
        <p:spPr>
          <a:xfrm>
            <a:off x="856853" y="2391867"/>
            <a:ext cx="3106242" cy="272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761970">
              <a:lnSpc>
                <a:spcPts val="2375"/>
              </a:lnSpc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В крупных общежитиях (коридорного типа или этажных секций) нет оперативного способа оповестить всех о важных событиях (собрание, отключение воды, потеря ключей). Общие чаты в мессенджерах перегружены, а объявления на дверях срывают.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C68BB129-0DC1-03A5-212F-EBAF5F84D205}"/>
              </a:ext>
            </a:extLst>
          </p:cNvPr>
          <p:cNvSpPr/>
          <p:nvPr/>
        </p:nvSpPr>
        <p:spPr>
          <a:xfrm>
            <a:off x="4347468" y="1787823"/>
            <a:ext cx="3496965" cy="4251028"/>
          </a:xfrm>
          <a:prstGeom prst="roundRect">
            <a:avLst>
              <a:gd name="adj" fmla="val 2270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E050E9AD-5C4A-F397-4C42-AB30CDE5D242}"/>
              </a:ext>
            </a:extLst>
          </p:cNvPr>
          <p:cNvSpPr/>
          <p:nvPr/>
        </p:nvSpPr>
        <p:spPr>
          <a:xfrm>
            <a:off x="4542830" y="1983184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2292"/>
              </a:lnSpc>
            </a:pPr>
            <a:r>
              <a:rPr lang="en-US" dirty="0">
                <a:solidFill>
                  <a:srgbClr val="DCD7E5"/>
                </a:solidFill>
                <a:latin typeface="+mj-lt"/>
                <a:ea typeface="Montserrat" pitchFamily="34" charset="-122"/>
                <a:cs typeface="Montserrat" pitchFamily="34" charset="-120"/>
              </a:rPr>
              <a:t>Кого касается</a:t>
            </a:r>
            <a:endParaRPr lang="en-US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CC61788A-EDFB-6A65-F994-49E0FE2031FA}"/>
              </a:ext>
            </a:extLst>
          </p:cNvPr>
          <p:cNvSpPr/>
          <p:nvPr/>
        </p:nvSpPr>
        <p:spPr>
          <a:xfrm>
            <a:off x="4542830" y="2391867"/>
            <a:ext cx="310624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761970">
              <a:lnSpc>
                <a:spcPts val="2375"/>
              </a:lnSpc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Студентов, комендантов, старост этажей и вахтеров.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92846DF1-D4E6-0DD6-4978-B2BAAE33590C}"/>
              </a:ext>
            </a:extLst>
          </p:cNvPr>
          <p:cNvSpPr/>
          <p:nvPr/>
        </p:nvSpPr>
        <p:spPr>
          <a:xfrm>
            <a:off x="8033444" y="1787823"/>
            <a:ext cx="3496965" cy="4251028"/>
          </a:xfrm>
          <a:prstGeom prst="roundRect">
            <a:avLst>
              <a:gd name="adj" fmla="val 2270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BA258301-4CD1-783A-9931-CE5E8361059E}"/>
              </a:ext>
            </a:extLst>
          </p:cNvPr>
          <p:cNvSpPr/>
          <p:nvPr/>
        </p:nvSpPr>
        <p:spPr>
          <a:xfrm>
            <a:off x="8228807" y="1983184"/>
            <a:ext cx="31062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761970">
              <a:lnSpc>
                <a:spcPts val="2292"/>
              </a:lnSpc>
            </a:pPr>
            <a:r>
              <a:rPr lang="en-US" dirty="0">
                <a:solidFill>
                  <a:srgbClr val="DCD7E5"/>
                </a:solidFill>
                <a:latin typeface="+mj-lt"/>
                <a:ea typeface="Montserrat" pitchFamily="34" charset="-122"/>
                <a:cs typeface="Montserrat" pitchFamily="34" charset="-120"/>
              </a:rPr>
              <a:t>Почему важно решать сейчас</a:t>
            </a:r>
            <a:endParaRPr lang="en-US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425C6E71-F095-4F88-C259-C6B08CF3049C}"/>
              </a:ext>
            </a:extLst>
          </p:cNvPr>
          <p:cNvSpPr/>
          <p:nvPr/>
        </p:nvSpPr>
        <p:spPr>
          <a:xfrm>
            <a:off x="8228807" y="2687142"/>
            <a:ext cx="3106242" cy="3156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 defTabSz="761970">
              <a:lnSpc>
                <a:spcPts val="2375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В 2026 году почти у всех есть смартфоны, но доска объявлений осталась на уровне 90-х.</a:t>
            </a:r>
            <a:endParaRPr lang="en-US" sz="1400" dirty="0">
              <a:solidFill>
                <a:prstClr val="black"/>
              </a:solidFill>
            </a:endParaRPr>
          </a:p>
          <a:p>
            <a:pPr marL="285739" indent="-285739" defTabSz="761970">
              <a:lnSpc>
                <a:spcPts val="2375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Нужно создать точку притяжения информации в местах общего пользования.</a:t>
            </a:r>
            <a:endParaRPr lang="en-US" sz="1400" dirty="0">
              <a:solidFill>
                <a:prstClr val="black"/>
              </a:solidFill>
            </a:endParaRPr>
          </a:p>
          <a:p>
            <a:pPr marL="285739" indent="-285739" defTabSz="761970">
              <a:lnSpc>
                <a:spcPts val="2375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Проект решает реальную бытовую проблему небольшим бюджетом.</a:t>
            </a:r>
            <a:endParaRPr lang="en-US" sz="1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41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0EF8F1-489D-7977-6B46-53AF60C68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9C248E-F595-9D82-88A9-E6729908830C}"/>
              </a:ext>
            </a:extLst>
          </p:cNvPr>
          <p:cNvSpPr/>
          <p:nvPr/>
        </p:nvSpPr>
        <p:spPr>
          <a:xfrm>
            <a:off x="661492" y="797223"/>
            <a:ext cx="565378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0" dirty="0">
                <a:solidFill>
                  <a:srgbClr val="F2F0F4"/>
                </a:solidFill>
                <a:latin typeface="+mj-lt"/>
                <a:ea typeface="Montserrat" pitchFamily="34" charset="-122"/>
                <a:cs typeface="Montserrat" pitchFamily="34" charset="-120"/>
              </a:rPr>
              <a:t>Цель и задачи проекта</a:t>
            </a:r>
            <a:endParaRPr lang="en-US" sz="3700" dirty="0">
              <a:latin typeface="+mj-lt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051981-8517-225A-4F42-1B7E790EFD45}"/>
              </a:ext>
            </a:extLst>
          </p:cNvPr>
          <p:cNvSpPr/>
          <p:nvPr/>
        </p:nvSpPr>
        <p:spPr>
          <a:xfrm>
            <a:off x="661492" y="1860352"/>
            <a:ext cx="283527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481C9E"/>
                </a:solidFill>
                <a:latin typeface="+mj-lt"/>
                <a:ea typeface="Montserrat" pitchFamily="34" charset="-122"/>
                <a:cs typeface="Montserrat" pitchFamily="34" charset="-120"/>
              </a:rPr>
              <a:t>Цель проекта:</a:t>
            </a:r>
            <a:endParaRPr lang="en-US" sz="2200" dirty="0">
              <a:latin typeface="+mj-lt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229B32D-D0E9-D6A4-E961-7A3B47710CF6}"/>
              </a:ext>
            </a:extLst>
          </p:cNvPr>
          <p:cNvSpPr/>
          <p:nvPr/>
        </p:nvSpPr>
        <p:spPr>
          <a:xfrm>
            <a:off x="661492" y="2403773"/>
            <a:ext cx="520392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Создать работающий прототип информационного зеркала для холла общежития к 01.06.2026, который отображает погоду, расписание мероприятий и срочные объявления.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0EE76E1-CA48-FE4C-7F62-8A5927AD7CC9}"/>
              </a:ext>
            </a:extLst>
          </p:cNvPr>
          <p:cNvSpPr/>
          <p:nvPr/>
        </p:nvSpPr>
        <p:spPr>
          <a:xfrm>
            <a:off x="6332934" y="1860352"/>
            <a:ext cx="283527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F2F0F4"/>
                </a:solidFill>
                <a:latin typeface="+mj-lt"/>
                <a:ea typeface="Montserrat" pitchFamily="34" charset="-122"/>
                <a:cs typeface="Montserrat" pitchFamily="34" charset="-120"/>
              </a:rPr>
              <a:t>Задачи:</a:t>
            </a:r>
            <a:endParaRPr lang="en-US" sz="2200" dirty="0">
              <a:latin typeface="+mj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17ECB7C-D24C-D6AD-6C6C-BD526FC1EB2B}"/>
              </a:ext>
            </a:extLst>
          </p:cNvPr>
          <p:cNvSpPr/>
          <p:nvPr/>
        </p:nvSpPr>
        <p:spPr>
          <a:xfrm>
            <a:off x="6332935" y="2403773"/>
            <a:ext cx="5203924" cy="3590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Собрать "железную" часть: настроить одноплатный </a:t>
            </a:r>
            <a:r>
              <a:rPr lang="en-US" sz="1400" dirty="0" err="1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компьютер</a:t>
            </a: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 и подключить дисплей с двусторонним стеклом.</a:t>
            </a:r>
            <a:endParaRPr lang="en-US" sz="1400" dirty="0"/>
          </a:p>
          <a:p>
            <a:pPr marL="285739" indent="-285739">
              <a:lnSpc>
                <a:spcPts val="2375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Написать бэкенд на Python для сбора данных (погода API, парсинг расписания с сайта колледжа).</a:t>
            </a:r>
            <a:endParaRPr lang="en-US" sz="1400" dirty="0"/>
          </a:p>
          <a:p>
            <a:pPr marL="285739" indent="-285739">
              <a:lnSpc>
                <a:spcPts val="2375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Разработать веб-интерфейс для отправки срочных сообщений (чтобы комендант мог писать с телефона).</a:t>
            </a:r>
            <a:endParaRPr lang="en-US" sz="1400" dirty="0"/>
          </a:p>
          <a:p>
            <a:pPr marL="285739" indent="-285739">
              <a:lnSpc>
                <a:spcPts val="2375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Настроить автозагрузку и киоск-режим на зеркале.</a:t>
            </a:r>
            <a:endParaRPr lang="en-US" sz="1400" dirty="0"/>
          </a:p>
          <a:p>
            <a:pPr marL="285739" indent="-285739">
              <a:lnSpc>
                <a:spcPts val="2375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Протестировать работу в реальных условиях коридора в течение 2 недель.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45382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984C03-4D0E-1BC4-7933-A8CDB080D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>
            <a:extLst>
              <a:ext uri="{FF2B5EF4-FFF2-40B4-BE49-F238E27FC236}">
                <a16:creationId xmlns:a16="http://schemas.microsoft.com/office/drawing/2014/main" id="{090AA045-E81A-9AF5-BFC2-94DE1E07DBC5}"/>
              </a:ext>
            </a:extLst>
          </p:cNvPr>
          <p:cNvSpPr/>
          <p:nvPr/>
        </p:nvSpPr>
        <p:spPr>
          <a:xfrm>
            <a:off x="846336" y="1083171"/>
            <a:ext cx="3808611" cy="476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2900" dirty="0">
                <a:solidFill>
                  <a:srgbClr val="F2F0F4"/>
                </a:solidFill>
                <a:latin typeface="+mj-lt"/>
                <a:ea typeface="Montserrat" pitchFamily="34" charset="-122"/>
                <a:cs typeface="Montserrat" pitchFamily="34" charset="-120"/>
              </a:rPr>
              <a:t>План работ</a:t>
            </a:r>
            <a:endParaRPr lang="en-US" sz="2900" dirty="0">
              <a:latin typeface="+mj-lt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6CAC9BAD-3D29-DDEC-EE31-7CD8E2D97339}"/>
              </a:ext>
            </a:extLst>
          </p:cNvPr>
          <p:cNvSpPr/>
          <p:nvPr/>
        </p:nvSpPr>
        <p:spPr>
          <a:xfrm>
            <a:off x="839986" y="1804789"/>
            <a:ext cx="1051192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400" i="1" dirty="0">
                <a:solidFill>
                  <a:srgbClr val="DCD7E5"/>
                </a:solidFill>
                <a:latin typeface="+mj-lt"/>
                <a:ea typeface="Heebo Light" pitchFamily="34" charset="-122"/>
                <a:cs typeface="Heebo Light" pitchFamily="34" charset="-120"/>
              </a:rPr>
              <a:t>(Этапы взяты "с потолка" реалиста, с запасом на танцы с бубном)</a:t>
            </a:r>
            <a:endParaRPr lang="en-US" sz="1400" dirty="0">
              <a:latin typeface="+mj-lt"/>
            </a:endParaRP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B6E88BDE-6CD6-E649-67E9-43D939A15F8D}"/>
              </a:ext>
            </a:extLst>
          </p:cNvPr>
          <p:cNvSpPr/>
          <p:nvPr/>
        </p:nvSpPr>
        <p:spPr>
          <a:xfrm>
            <a:off x="839986" y="2162870"/>
            <a:ext cx="10511929" cy="3611959"/>
          </a:xfrm>
          <a:prstGeom prst="roundRect">
            <a:avLst>
              <a:gd name="adj" fmla="val 177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1A191AD0-974A-DA08-BE0D-B27C24D26FFF}"/>
              </a:ext>
            </a:extLst>
          </p:cNvPr>
          <p:cNvSpPr/>
          <p:nvPr/>
        </p:nvSpPr>
        <p:spPr>
          <a:xfrm>
            <a:off x="846336" y="2169219"/>
            <a:ext cx="10499229" cy="37990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F865ED4B-99C4-ABBB-C053-69A9D1355A9C}"/>
              </a:ext>
            </a:extLst>
          </p:cNvPr>
          <p:cNvSpPr/>
          <p:nvPr/>
        </p:nvSpPr>
        <p:spPr>
          <a:xfrm>
            <a:off x="998934" y="2289274"/>
            <a:ext cx="74205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Этап</a:t>
            </a:r>
            <a:endParaRPr lang="en-US" sz="11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57206720-8B80-389E-0CC8-FAD474D07843}"/>
              </a:ext>
            </a:extLst>
          </p:cNvPr>
          <p:cNvSpPr/>
          <p:nvPr/>
        </p:nvSpPr>
        <p:spPr>
          <a:xfrm>
            <a:off x="2051944" y="2289274"/>
            <a:ext cx="283874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Название этапа</a:t>
            </a:r>
            <a:endParaRPr lang="en-US" sz="11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4AD1DC7D-6340-56E2-EE83-53C6E18C51C6}"/>
              </a:ext>
            </a:extLst>
          </p:cNvPr>
          <p:cNvSpPr/>
          <p:nvPr/>
        </p:nvSpPr>
        <p:spPr>
          <a:xfrm>
            <a:off x="5201643" y="2289274"/>
            <a:ext cx="336371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Краткое описание</a:t>
            </a:r>
            <a:endParaRPr lang="en-US" sz="11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B9C43810-1F7C-3AFC-277A-CC2D84EC2FB5}"/>
              </a:ext>
            </a:extLst>
          </p:cNvPr>
          <p:cNvSpPr/>
          <p:nvPr/>
        </p:nvSpPr>
        <p:spPr>
          <a:xfrm>
            <a:off x="8876307" y="2289274"/>
            <a:ext cx="231695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Сроки</a:t>
            </a:r>
            <a:endParaRPr lang="en-US" sz="1100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CA57EBE1-CB07-657D-9F73-4740856B0EBC}"/>
              </a:ext>
            </a:extLst>
          </p:cNvPr>
          <p:cNvSpPr/>
          <p:nvPr/>
        </p:nvSpPr>
        <p:spPr>
          <a:xfrm>
            <a:off x="846336" y="2549128"/>
            <a:ext cx="10499229" cy="59987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3490DB6C-41C5-D552-54E9-6C9EC7F47C4B}"/>
              </a:ext>
            </a:extLst>
          </p:cNvPr>
          <p:cNvSpPr/>
          <p:nvPr/>
        </p:nvSpPr>
        <p:spPr>
          <a:xfrm>
            <a:off x="998934" y="2669183"/>
            <a:ext cx="74205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B2F82193-2CF9-960A-0CBB-240018568115}"/>
              </a:ext>
            </a:extLst>
          </p:cNvPr>
          <p:cNvSpPr/>
          <p:nvPr/>
        </p:nvSpPr>
        <p:spPr>
          <a:xfrm>
            <a:off x="2051944" y="2669183"/>
            <a:ext cx="283874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Закупка "железа"</a:t>
            </a:r>
            <a:endParaRPr lang="en-US" sz="110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196068C9-5B4A-FB74-F6F6-39AE89C85231}"/>
              </a:ext>
            </a:extLst>
          </p:cNvPr>
          <p:cNvSpPr/>
          <p:nvPr/>
        </p:nvSpPr>
        <p:spPr>
          <a:xfrm>
            <a:off x="5201643" y="2669183"/>
            <a:ext cx="3363714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Поиск по авито/магазинам, заказ Raspberry Pi, старого монитора и пленки.</a:t>
            </a:r>
            <a:endParaRPr lang="en-US" sz="11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D72C821A-37B3-5883-6E1F-9957A7A91A85}"/>
              </a:ext>
            </a:extLst>
          </p:cNvPr>
          <p:cNvSpPr/>
          <p:nvPr/>
        </p:nvSpPr>
        <p:spPr>
          <a:xfrm>
            <a:off x="8876307" y="2669183"/>
            <a:ext cx="231695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18.03 – 25.03.26</a:t>
            </a:r>
            <a:endParaRPr lang="en-US" sz="1100" dirty="0"/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F85E8246-1654-0200-A0B2-77E0AC7444DD}"/>
              </a:ext>
            </a:extLst>
          </p:cNvPr>
          <p:cNvSpPr/>
          <p:nvPr/>
        </p:nvSpPr>
        <p:spPr>
          <a:xfrm>
            <a:off x="846336" y="3149005"/>
            <a:ext cx="10499229" cy="59987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40EDB4C0-648F-A6E8-ACED-F1DCB00F79E1}"/>
              </a:ext>
            </a:extLst>
          </p:cNvPr>
          <p:cNvSpPr/>
          <p:nvPr/>
        </p:nvSpPr>
        <p:spPr>
          <a:xfrm>
            <a:off x="998934" y="3269059"/>
            <a:ext cx="74205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1C71A33E-1B75-B8CE-9592-A42F35C3B1B0}"/>
              </a:ext>
            </a:extLst>
          </p:cNvPr>
          <p:cNvSpPr/>
          <p:nvPr/>
        </p:nvSpPr>
        <p:spPr>
          <a:xfrm>
            <a:off x="2051944" y="3269059"/>
            <a:ext cx="283874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Софт: Сбор данных</a:t>
            </a:r>
            <a:endParaRPr lang="en-US" sz="1100" dirty="0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385983C3-6F2A-5233-8FA7-95B1C96B32A9}"/>
              </a:ext>
            </a:extLst>
          </p:cNvPr>
          <p:cNvSpPr/>
          <p:nvPr/>
        </p:nvSpPr>
        <p:spPr>
          <a:xfrm>
            <a:off x="5201643" y="3269059"/>
            <a:ext cx="3363714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Написание скриптов парсинга расписания, подключение к API погоды.</a:t>
            </a:r>
            <a:endParaRPr lang="en-US" sz="1100" dirty="0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6113E34-65F9-F9A2-9453-841EEA9A9B0A}"/>
              </a:ext>
            </a:extLst>
          </p:cNvPr>
          <p:cNvSpPr/>
          <p:nvPr/>
        </p:nvSpPr>
        <p:spPr>
          <a:xfrm>
            <a:off x="8876307" y="3269059"/>
            <a:ext cx="231695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26.03 – 10.04.26</a:t>
            </a:r>
            <a:endParaRPr lang="en-US" sz="1100" dirty="0"/>
          </a:p>
        </p:txBody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45E54578-52EC-BF2E-3DB8-2B5D5A8A5B1B}"/>
              </a:ext>
            </a:extLst>
          </p:cNvPr>
          <p:cNvSpPr/>
          <p:nvPr/>
        </p:nvSpPr>
        <p:spPr>
          <a:xfrm>
            <a:off x="846336" y="3748882"/>
            <a:ext cx="10499229" cy="8198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5CF0ED88-DF86-2555-1F34-171ECB7540B8}"/>
              </a:ext>
            </a:extLst>
          </p:cNvPr>
          <p:cNvSpPr/>
          <p:nvPr/>
        </p:nvSpPr>
        <p:spPr>
          <a:xfrm>
            <a:off x="998934" y="3868936"/>
            <a:ext cx="74205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D611BA0C-80E2-B43C-8FA8-896AB8448741}"/>
              </a:ext>
            </a:extLst>
          </p:cNvPr>
          <p:cNvSpPr/>
          <p:nvPr/>
        </p:nvSpPr>
        <p:spPr>
          <a:xfrm>
            <a:off x="2051944" y="3868936"/>
            <a:ext cx="283874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Софт: Интерфейс</a:t>
            </a:r>
            <a:endParaRPr lang="en-US" sz="1100" dirty="0"/>
          </a:p>
        </p:txBody>
      </p:sp>
      <p:sp>
        <p:nvSpPr>
          <p:cNvPr id="36" name="Text 21">
            <a:extLst>
              <a:ext uri="{FF2B5EF4-FFF2-40B4-BE49-F238E27FC236}">
                <a16:creationId xmlns:a16="http://schemas.microsoft.com/office/drawing/2014/main" id="{6A32CDEF-DC14-C54A-2316-16814A5DB229}"/>
              </a:ext>
            </a:extLst>
          </p:cNvPr>
          <p:cNvSpPr/>
          <p:nvPr/>
        </p:nvSpPr>
        <p:spPr>
          <a:xfrm>
            <a:off x="5201643" y="3868936"/>
            <a:ext cx="3363714" cy="659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Верстка простого веб-интерфейса (HTML/CSS/JS), который будет крутиться на зеркале.</a:t>
            </a:r>
            <a:endParaRPr lang="en-US" sz="110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FEC51FBE-2C23-E9ED-8170-96E2D5E01056}"/>
              </a:ext>
            </a:extLst>
          </p:cNvPr>
          <p:cNvSpPr/>
          <p:nvPr/>
        </p:nvSpPr>
        <p:spPr>
          <a:xfrm>
            <a:off x="8876307" y="3868936"/>
            <a:ext cx="231695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11.04 – 25.04.26</a:t>
            </a:r>
            <a:endParaRPr lang="en-US" sz="1100" dirty="0"/>
          </a:p>
        </p:txBody>
      </p:sp>
      <p:sp>
        <p:nvSpPr>
          <p:cNvPr id="38" name="Shape 23">
            <a:extLst>
              <a:ext uri="{FF2B5EF4-FFF2-40B4-BE49-F238E27FC236}">
                <a16:creationId xmlns:a16="http://schemas.microsoft.com/office/drawing/2014/main" id="{CDB32747-C45E-C893-E414-A03DD248AF9F}"/>
              </a:ext>
            </a:extLst>
          </p:cNvPr>
          <p:cNvSpPr/>
          <p:nvPr/>
        </p:nvSpPr>
        <p:spPr>
          <a:xfrm>
            <a:off x="846336" y="4568726"/>
            <a:ext cx="10499229" cy="59987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9" name="Text 24">
            <a:extLst>
              <a:ext uri="{FF2B5EF4-FFF2-40B4-BE49-F238E27FC236}">
                <a16:creationId xmlns:a16="http://schemas.microsoft.com/office/drawing/2014/main" id="{C5D2CDBF-23B8-13E3-7B69-9474AD79AAA6}"/>
              </a:ext>
            </a:extLst>
          </p:cNvPr>
          <p:cNvSpPr/>
          <p:nvPr/>
        </p:nvSpPr>
        <p:spPr>
          <a:xfrm>
            <a:off x="998934" y="4688780"/>
            <a:ext cx="74205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25">
            <a:extLst>
              <a:ext uri="{FF2B5EF4-FFF2-40B4-BE49-F238E27FC236}">
                <a16:creationId xmlns:a16="http://schemas.microsoft.com/office/drawing/2014/main" id="{5DD8919B-A1F2-7421-0268-6CE3AF50F022}"/>
              </a:ext>
            </a:extLst>
          </p:cNvPr>
          <p:cNvSpPr/>
          <p:nvPr/>
        </p:nvSpPr>
        <p:spPr>
          <a:xfrm>
            <a:off x="2051944" y="4688780"/>
            <a:ext cx="283874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Сборка прототипа</a:t>
            </a:r>
            <a:endParaRPr lang="en-US" sz="1100" dirty="0"/>
          </a:p>
        </p:txBody>
      </p:sp>
      <p:sp>
        <p:nvSpPr>
          <p:cNvPr id="41" name="Text 26">
            <a:extLst>
              <a:ext uri="{FF2B5EF4-FFF2-40B4-BE49-F238E27FC236}">
                <a16:creationId xmlns:a16="http://schemas.microsoft.com/office/drawing/2014/main" id="{CC7E088D-B6BD-B0D7-91F5-A197FA958BA8}"/>
              </a:ext>
            </a:extLst>
          </p:cNvPr>
          <p:cNvSpPr/>
          <p:nvPr/>
        </p:nvSpPr>
        <p:spPr>
          <a:xfrm>
            <a:off x="5201643" y="4688780"/>
            <a:ext cx="3363714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Разбор монитора, поклейка пленки, сборка бутерброда с Pi, настройка автозагрузки.</a:t>
            </a:r>
            <a:endParaRPr lang="en-US" sz="1100" dirty="0"/>
          </a:p>
        </p:txBody>
      </p:sp>
      <p:sp>
        <p:nvSpPr>
          <p:cNvPr id="42" name="Text 27">
            <a:extLst>
              <a:ext uri="{FF2B5EF4-FFF2-40B4-BE49-F238E27FC236}">
                <a16:creationId xmlns:a16="http://schemas.microsoft.com/office/drawing/2014/main" id="{02986B81-74B7-D962-ECA4-F5F31D6F1DC5}"/>
              </a:ext>
            </a:extLst>
          </p:cNvPr>
          <p:cNvSpPr/>
          <p:nvPr/>
        </p:nvSpPr>
        <p:spPr>
          <a:xfrm>
            <a:off x="8876307" y="4688780"/>
            <a:ext cx="231695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26.04 – 15.05.26</a:t>
            </a:r>
            <a:endParaRPr lang="en-US" sz="1100" dirty="0"/>
          </a:p>
        </p:txBody>
      </p:sp>
      <p:sp>
        <p:nvSpPr>
          <p:cNvPr id="43" name="Shape 28">
            <a:extLst>
              <a:ext uri="{FF2B5EF4-FFF2-40B4-BE49-F238E27FC236}">
                <a16:creationId xmlns:a16="http://schemas.microsoft.com/office/drawing/2014/main" id="{70201D85-4767-51BD-210A-27630AD04001}"/>
              </a:ext>
            </a:extLst>
          </p:cNvPr>
          <p:cNvSpPr/>
          <p:nvPr/>
        </p:nvSpPr>
        <p:spPr>
          <a:xfrm>
            <a:off x="846336" y="5168602"/>
            <a:ext cx="10499229" cy="59987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4" name="Text 29">
            <a:extLst>
              <a:ext uri="{FF2B5EF4-FFF2-40B4-BE49-F238E27FC236}">
                <a16:creationId xmlns:a16="http://schemas.microsoft.com/office/drawing/2014/main" id="{AD10CB56-4D9D-8645-8B5B-6AF38D085103}"/>
              </a:ext>
            </a:extLst>
          </p:cNvPr>
          <p:cNvSpPr/>
          <p:nvPr/>
        </p:nvSpPr>
        <p:spPr>
          <a:xfrm>
            <a:off x="998934" y="5288657"/>
            <a:ext cx="74205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5</a:t>
            </a:r>
            <a:endParaRPr lang="en-US" sz="1100" dirty="0"/>
          </a:p>
        </p:txBody>
      </p:sp>
      <p:sp>
        <p:nvSpPr>
          <p:cNvPr id="45" name="Text 30">
            <a:extLst>
              <a:ext uri="{FF2B5EF4-FFF2-40B4-BE49-F238E27FC236}">
                <a16:creationId xmlns:a16="http://schemas.microsoft.com/office/drawing/2014/main" id="{B03AC726-13D5-3EC3-66F6-6ED928FD8936}"/>
              </a:ext>
            </a:extLst>
          </p:cNvPr>
          <p:cNvSpPr/>
          <p:nvPr/>
        </p:nvSpPr>
        <p:spPr>
          <a:xfrm>
            <a:off x="2051944" y="5288657"/>
            <a:ext cx="283874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Пусконаладка</a:t>
            </a:r>
            <a:endParaRPr lang="en-US" sz="1100" dirty="0"/>
          </a:p>
        </p:txBody>
      </p:sp>
      <p:sp>
        <p:nvSpPr>
          <p:cNvPr id="46" name="Text 31">
            <a:extLst>
              <a:ext uri="{FF2B5EF4-FFF2-40B4-BE49-F238E27FC236}">
                <a16:creationId xmlns:a16="http://schemas.microsoft.com/office/drawing/2014/main" id="{FD4A62C0-8EE4-8BD3-91E8-2124EB2676E3}"/>
              </a:ext>
            </a:extLst>
          </p:cNvPr>
          <p:cNvSpPr/>
          <p:nvPr/>
        </p:nvSpPr>
        <p:spPr>
          <a:xfrm>
            <a:off x="5201643" y="5288657"/>
            <a:ext cx="3363714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Установка в холле общежития, сбор отзывов, полировка багов.</a:t>
            </a:r>
            <a:endParaRPr lang="en-US" sz="1100" dirty="0"/>
          </a:p>
        </p:txBody>
      </p:sp>
      <p:sp>
        <p:nvSpPr>
          <p:cNvPr id="47" name="Text 32">
            <a:extLst>
              <a:ext uri="{FF2B5EF4-FFF2-40B4-BE49-F238E27FC236}">
                <a16:creationId xmlns:a16="http://schemas.microsoft.com/office/drawing/2014/main" id="{A7200A3A-32A4-679F-2CA2-1DB807FC5698}"/>
              </a:ext>
            </a:extLst>
          </p:cNvPr>
          <p:cNvSpPr/>
          <p:nvPr/>
        </p:nvSpPr>
        <p:spPr>
          <a:xfrm>
            <a:off x="8876307" y="5288657"/>
            <a:ext cx="231695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16.05 – 01.06.26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60995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6D971F-7F57-6065-F2E1-F86B0DCAF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BA32823-3E7B-A79F-5C78-960EB9464443}"/>
              </a:ext>
            </a:extLst>
          </p:cNvPr>
          <p:cNvSpPr/>
          <p:nvPr/>
        </p:nvSpPr>
        <p:spPr>
          <a:xfrm>
            <a:off x="621307" y="732333"/>
            <a:ext cx="4437857" cy="554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33"/>
              </a:lnSpc>
            </a:pPr>
            <a:r>
              <a:rPr lang="en-US" sz="3400" dirty="0">
                <a:solidFill>
                  <a:srgbClr val="F2F0F4"/>
                </a:solidFill>
                <a:latin typeface="+mj-lt"/>
                <a:ea typeface="Montserrat" pitchFamily="34" charset="-122"/>
                <a:cs typeface="Montserrat" pitchFamily="34" charset="-120"/>
              </a:rPr>
              <a:t>Риски проекта</a:t>
            </a:r>
            <a:endParaRPr lang="en-US" sz="3400" dirty="0">
              <a:latin typeface="+mj-lt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832263-F5F7-F7F5-29EA-A9E9CB4276B7}"/>
              </a:ext>
            </a:extLst>
          </p:cNvPr>
          <p:cNvSpPr/>
          <p:nvPr/>
        </p:nvSpPr>
        <p:spPr>
          <a:xfrm>
            <a:off x="621308" y="1620441"/>
            <a:ext cx="10949384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300" i="1" dirty="0">
                <a:solidFill>
                  <a:srgbClr val="DCD7E5"/>
                </a:solidFill>
                <a:latin typeface="+mj-lt"/>
                <a:ea typeface="Heebo Light" pitchFamily="34" charset="-122"/>
                <a:cs typeface="Heebo Light" pitchFamily="34" charset="-120"/>
              </a:rPr>
              <a:t>(Здесь важно показать, что ты шаришь за "подводные камни")</a:t>
            </a:r>
            <a:endParaRPr lang="en-US" sz="1300" dirty="0">
              <a:latin typeface="+mj-lt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F8A3367-51EF-A8AD-0F91-832D7DEDEBE2}"/>
              </a:ext>
            </a:extLst>
          </p:cNvPr>
          <p:cNvSpPr/>
          <p:nvPr/>
        </p:nvSpPr>
        <p:spPr>
          <a:xfrm>
            <a:off x="621308" y="2083296"/>
            <a:ext cx="10949384" cy="4042370"/>
          </a:xfrm>
          <a:prstGeom prst="roundRect">
            <a:avLst>
              <a:gd name="adj" fmla="val 184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6501A4A-0398-76DC-F312-B110A210F76C}"/>
              </a:ext>
            </a:extLst>
          </p:cNvPr>
          <p:cNvSpPr/>
          <p:nvPr/>
        </p:nvSpPr>
        <p:spPr>
          <a:xfrm>
            <a:off x="627658" y="2089646"/>
            <a:ext cx="10936684" cy="48805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093E9F4-BE86-AAFC-6EDB-C2592443AF12}"/>
              </a:ext>
            </a:extLst>
          </p:cNvPr>
          <p:cNvSpPr/>
          <p:nvPr/>
        </p:nvSpPr>
        <p:spPr>
          <a:xfrm>
            <a:off x="805160" y="2196008"/>
            <a:ext cx="5110163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Риск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3204A94-1738-E495-815F-3BF9E4A9E575}"/>
              </a:ext>
            </a:extLst>
          </p:cNvPr>
          <p:cNvSpPr/>
          <p:nvPr/>
        </p:nvSpPr>
        <p:spPr>
          <a:xfrm>
            <a:off x="6276678" y="2196008"/>
            <a:ext cx="5110163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Меры по снижению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824F012-86A9-9175-492F-C2AA19D6495E}"/>
              </a:ext>
            </a:extLst>
          </p:cNvPr>
          <p:cNvSpPr/>
          <p:nvPr/>
        </p:nvSpPr>
        <p:spPr>
          <a:xfrm>
            <a:off x="627658" y="2577704"/>
            <a:ext cx="10936684" cy="7633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3177E44-F868-6F7D-EDE4-0009523F5053}"/>
              </a:ext>
            </a:extLst>
          </p:cNvPr>
          <p:cNvSpPr/>
          <p:nvPr/>
        </p:nvSpPr>
        <p:spPr>
          <a:xfrm>
            <a:off x="805160" y="2684066"/>
            <a:ext cx="5110163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Сгорит малинка</a:t>
            </a: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 (скачок напряжения)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A2F1950-840E-BDFA-78B5-6449D2522D55}"/>
              </a:ext>
            </a:extLst>
          </p:cNvPr>
          <p:cNvSpPr/>
          <p:nvPr/>
        </p:nvSpPr>
        <p:spPr>
          <a:xfrm>
            <a:off x="6276678" y="2684066"/>
            <a:ext cx="5110163" cy="55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Купить качественный блок питания и не колхозить с пайкой.</a:t>
            </a:r>
            <a:endParaRPr lang="en-US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83DC3C3-1FF6-8B4E-AD6B-D009C4AA6D02}"/>
              </a:ext>
            </a:extLst>
          </p:cNvPr>
          <p:cNvSpPr/>
          <p:nvPr/>
        </p:nvSpPr>
        <p:spPr>
          <a:xfrm>
            <a:off x="627658" y="3341092"/>
            <a:ext cx="10936684" cy="48805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7D3E5A7-38BD-851D-2556-DA255FBC7815}"/>
              </a:ext>
            </a:extLst>
          </p:cNvPr>
          <p:cNvSpPr/>
          <p:nvPr/>
        </p:nvSpPr>
        <p:spPr>
          <a:xfrm>
            <a:off x="805160" y="3447455"/>
            <a:ext cx="5110163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Студенты разобьют экран</a:t>
            </a: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 (физический вандализм)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5167B58-5724-0668-C6AD-2E5F4A838672}"/>
              </a:ext>
            </a:extLst>
          </p:cNvPr>
          <p:cNvSpPr/>
          <p:nvPr/>
        </p:nvSpPr>
        <p:spPr>
          <a:xfrm>
            <a:off x="6276678" y="3447455"/>
            <a:ext cx="5110163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Найти защитное оргстекло или повесить повыше/в нише.</a:t>
            </a:r>
            <a:endParaRPr lang="en-US" sz="14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CD8DE3C-C18F-FC6A-FCFA-B2E211706E64}"/>
              </a:ext>
            </a:extLst>
          </p:cNvPr>
          <p:cNvSpPr/>
          <p:nvPr/>
        </p:nvSpPr>
        <p:spPr>
          <a:xfrm>
            <a:off x="627658" y="3829150"/>
            <a:ext cx="10936684" cy="7633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FC217CB4-B840-7576-9D0E-0931CA63ACE7}"/>
              </a:ext>
            </a:extLst>
          </p:cNvPr>
          <p:cNvSpPr/>
          <p:nvPr/>
        </p:nvSpPr>
        <p:spPr>
          <a:xfrm>
            <a:off x="805160" y="3935512"/>
            <a:ext cx="5110163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Пленка даст блики</a:t>
            </a: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 (ничерта не видно)</a:t>
            </a:r>
            <a:endParaRPr lang="en-US" sz="1400" dirty="0"/>
          </a:p>
        </p:txBody>
      </p:sp>
      <p:sp>
        <p:nvSpPr>
          <p:cNvPr id="49" name="Text 14">
            <a:extLst>
              <a:ext uri="{FF2B5EF4-FFF2-40B4-BE49-F238E27FC236}">
                <a16:creationId xmlns:a16="http://schemas.microsoft.com/office/drawing/2014/main" id="{E95D6C18-517E-45FC-2526-1DBDC1BECAEC}"/>
              </a:ext>
            </a:extLst>
          </p:cNvPr>
          <p:cNvSpPr/>
          <p:nvPr/>
        </p:nvSpPr>
        <p:spPr>
          <a:xfrm>
            <a:off x="6276678" y="3935512"/>
            <a:ext cx="5110163" cy="55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Заранее протестировать пленку на маленьком куске, а не клеить сразу на монитор.</a:t>
            </a:r>
            <a:endParaRPr lang="en-US" sz="1400" dirty="0"/>
          </a:p>
        </p:txBody>
      </p:sp>
      <p:sp>
        <p:nvSpPr>
          <p:cNvPr id="50" name="Shape 15">
            <a:extLst>
              <a:ext uri="{FF2B5EF4-FFF2-40B4-BE49-F238E27FC236}">
                <a16:creationId xmlns:a16="http://schemas.microsoft.com/office/drawing/2014/main" id="{965E96B5-1ED9-442D-EFD7-A7FA555C4B87}"/>
              </a:ext>
            </a:extLst>
          </p:cNvPr>
          <p:cNvSpPr/>
          <p:nvPr/>
        </p:nvSpPr>
        <p:spPr>
          <a:xfrm>
            <a:off x="627658" y="4592539"/>
            <a:ext cx="10936684" cy="7633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59E4842E-66BD-5488-EB66-2113C83BF6FA}"/>
              </a:ext>
            </a:extLst>
          </p:cNvPr>
          <p:cNvSpPr/>
          <p:nvPr/>
        </p:nvSpPr>
        <p:spPr>
          <a:xfrm>
            <a:off x="805160" y="4698901"/>
            <a:ext cx="5110163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Выключится розетка</a:t>
            </a: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 (уборщица выдернула)</a:t>
            </a:r>
            <a:endParaRPr lang="en-US" sz="1400" dirty="0"/>
          </a:p>
        </p:txBody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4B8B492E-C6DA-AB4A-E8BF-FBBDB76641EF}"/>
              </a:ext>
            </a:extLst>
          </p:cNvPr>
          <p:cNvSpPr/>
          <p:nvPr/>
        </p:nvSpPr>
        <p:spPr>
          <a:xfrm>
            <a:off x="6276678" y="4698901"/>
            <a:ext cx="5110163" cy="55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Научить систему стартовать автоматически после включения питания (без кнопки).</a:t>
            </a:r>
            <a:endParaRPr lang="en-US" sz="1400" dirty="0"/>
          </a:p>
        </p:txBody>
      </p:sp>
      <p:sp>
        <p:nvSpPr>
          <p:cNvPr id="53" name="Shape 18">
            <a:extLst>
              <a:ext uri="{FF2B5EF4-FFF2-40B4-BE49-F238E27FC236}">
                <a16:creationId xmlns:a16="http://schemas.microsoft.com/office/drawing/2014/main" id="{28C3604F-DECF-2B42-2330-A692092731F5}"/>
              </a:ext>
            </a:extLst>
          </p:cNvPr>
          <p:cNvSpPr/>
          <p:nvPr/>
        </p:nvSpPr>
        <p:spPr>
          <a:xfrm>
            <a:off x="627658" y="5355928"/>
            <a:ext cx="10936684" cy="7633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03380A87-D71F-D067-A526-860D806201B8}"/>
              </a:ext>
            </a:extLst>
          </p:cNvPr>
          <p:cNvSpPr/>
          <p:nvPr/>
        </p:nvSpPr>
        <p:spPr>
          <a:xfrm>
            <a:off x="805160" y="5462290"/>
            <a:ext cx="5110163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Никому не нужно</a:t>
            </a: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 (пролежит в комнате)</a:t>
            </a:r>
            <a:endParaRPr lang="en-US" sz="1400" dirty="0"/>
          </a:p>
        </p:txBody>
      </p:sp>
      <p:sp>
        <p:nvSpPr>
          <p:cNvPr id="55" name="Text 20">
            <a:extLst>
              <a:ext uri="{FF2B5EF4-FFF2-40B4-BE49-F238E27FC236}">
                <a16:creationId xmlns:a16="http://schemas.microsoft.com/office/drawing/2014/main" id="{7AAC57F2-0438-EEB6-62B8-A4EBB1FBB97C}"/>
              </a:ext>
            </a:extLst>
          </p:cNvPr>
          <p:cNvSpPr/>
          <p:nvPr/>
        </p:nvSpPr>
        <p:spPr>
          <a:xfrm>
            <a:off x="6276678" y="5462291"/>
            <a:ext cx="5110163" cy="55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Заранее договориться с комендантом и старостой этажа о месте установки.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15731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E9F786-3BB6-FEFC-F5BD-D516325B3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>
            <a:extLst>
              <a:ext uri="{FF2B5EF4-FFF2-40B4-BE49-F238E27FC236}">
                <a16:creationId xmlns:a16="http://schemas.microsoft.com/office/drawing/2014/main" id="{802FAFA4-6DEA-5118-B15C-155BA72E54D6}"/>
              </a:ext>
            </a:extLst>
          </p:cNvPr>
          <p:cNvSpPr/>
          <p:nvPr/>
        </p:nvSpPr>
        <p:spPr>
          <a:xfrm>
            <a:off x="621307" y="732333"/>
            <a:ext cx="4437857" cy="554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33"/>
              </a:lnSpc>
            </a:pPr>
            <a:r>
              <a:rPr lang="en-US" sz="3600" dirty="0">
                <a:solidFill>
                  <a:srgbClr val="F2F0F4"/>
                </a:solidFill>
                <a:latin typeface="+mj-lt"/>
                <a:ea typeface="Montserrat" pitchFamily="34" charset="-122"/>
                <a:cs typeface="Montserrat" pitchFamily="34" charset="-120"/>
              </a:rPr>
              <a:t>Риски проекта</a:t>
            </a:r>
            <a:endParaRPr lang="en-US" sz="3600" dirty="0">
              <a:latin typeface="+mj-lt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BFF5C069-E5F8-CA7A-F896-B49A1A1AB92F}"/>
              </a:ext>
            </a:extLst>
          </p:cNvPr>
          <p:cNvSpPr/>
          <p:nvPr/>
        </p:nvSpPr>
        <p:spPr>
          <a:xfrm>
            <a:off x="621308" y="1620441"/>
            <a:ext cx="10949384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i="1" dirty="0">
                <a:solidFill>
                  <a:srgbClr val="DCD7E5"/>
                </a:solidFill>
                <a:latin typeface="+mj-lt"/>
                <a:ea typeface="Heebo Light" pitchFamily="34" charset="-122"/>
                <a:cs typeface="Heebo Light" pitchFamily="34" charset="-120"/>
              </a:rPr>
              <a:t>(Здесь важно показать, что ты шаришь за "подводные камни")</a:t>
            </a:r>
            <a:endParaRPr lang="en-US" sz="1400" dirty="0">
              <a:latin typeface="+mj-lt"/>
            </a:endParaRP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374545C0-1C96-A8AC-8AC7-F63AD5FC6282}"/>
              </a:ext>
            </a:extLst>
          </p:cNvPr>
          <p:cNvSpPr/>
          <p:nvPr/>
        </p:nvSpPr>
        <p:spPr>
          <a:xfrm>
            <a:off x="621308" y="2083296"/>
            <a:ext cx="10949384" cy="4042370"/>
          </a:xfrm>
          <a:prstGeom prst="roundRect">
            <a:avLst>
              <a:gd name="adj" fmla="val 184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315E7C84-7B32-1706-9F3F-0E24A43A162C}"/>
              </a:ext>
            </a:extLst>
          </p:cNvPr>
          <p:cNvSpPr/>
          <p:nvPr/>
        </p:nvSpPr>
        <p:spPr>
          <a:xfrm>
            <a:off x="627658" y="2089646"/>
            <a:ext cx="10936684" cy="48805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49B1F37C-EC39-92F3-658E-A778376056CE}"/>
              </a:ext>
            </a:extLst>
          </p:cNvPr>
          <p:cNvSpPr/>
          <p:nvPr/>
        </p:nvSpPr>
        <p:spPr>
          <a:xfrm>
            <a:off x="805160" y="2196008"/>
            <a:ext cx="5110163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Риск</a:t>
            </a:r>
            <a:endParaRPr lang="en-US" sz="14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4C207033-2484-9662-4923-BF03B6C25673}"/>
              </a:ext>
            </a:extLst>
          </p:cNvPr>
          <p:cNvSpPr/>
          <p:nvPr/>
        </p:nvSpPr>
        <p:spPr>
          <a:xfrm>
            <a:off x="6276678" y="2196008"/>
            <a:ext cx="5110163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Меры по снижению</a:t>
            </a:r>
            <a:endParaRPr lang="en-US" sz="14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11D33730-111A-9429-E70D-FA040A58821E}"/>
              </a:ext>
            </a:extLst>
          </p:cNvPr>
          <p:cNvSpPr/>
          <p:nvPr/>
        </p:nvSpPr>
        <p:spPr>
          <a:xfrm>
            <a:off x="627658" y="2577704"/>
            <a:ext cx="10936684" cy="7633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2A20DFFE-7E59-6628-8A5B-F86226FD0C08}"/>
              </a:ext>
            </a:extLst>
          </p:cNvPr>
          <p:cNvSpPr/>
          <p:nvPr/>
        </p:nvSpPr>
        <p:spPr>
          <a:xfrm>
            <a:off x="805160" y="2684066"/>
            <a:ext cx="5110163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Сгорит малинка</a:t>
            </a: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 (скачок напряжения)</a:t>
            </a:r>
            <a:endParaRPr lang="en-US" sz="14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3C4974E5-7548-8865-C37D-2B2B16E6B022}"/>
              </a:ext>
            </a:extLst>
          </p:cNvPr>
          <p:cNvSpPr/>
          <p:nvPr/>
        </p:nvSpPr>
        <p:spPr>
          <a:xfrm>
            <a:off x="6276678" y="2684066"/>
            <a:ext cx="5110163" cy="55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Купить качественный блок питания и не колхозить с пайкой.</a:t>
            </a:r>
            <a:endParaRPr lang="en-US" sz="14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97C86036-420E-A139-829A-FFB726273143}"/>
              </a:ext>
            </a:extLst>
          </p:cNvPr>
          <p:cNvSpPr/>
          <p:nvPr/>
        </p:nvSpPr>
        <p:spPr>
          <a:xfrm>
            <a:off x="627658" y="3341092"/>
            <a:ext cx="10936684" cy="48805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58BC71A0-7087-B9C9-E505-A518BF39D8F7}"/>
              </a:ext>
            </a:extLst>
          </p:cNvPr>
          <p:cNvSpPr/>
          <p:nvPr/>
        </p:nvSpPr>
        <p:spPr>
          <a:xfrm>
            <a:off x="805160" y="3447455"/>
            <a:ext cx="5110163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Студенты разобьют экран</a:t>
            </a: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 (физический вандализм)</a:t>
            </a:r>
            <a:endParaRPr lang="en-US" sz="140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87BD35B7-DAC7-C9F3-AB6A-A0336207947C}"/>
              </a:ext>
            </a:extLst>
          </p:cNvPr>
          <p:cNvSpPr/>
          <p:nvPr/>
        </p:nvSpPr>
        <p:spPr>
          <a:xfrm>
            <a:off x="6276678" y="3447455"/>
            <a:ext cx="5110163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Найти защитное оргстекло или повесить повыше/в нише.</a:t>
            </a:r>
            <a:endParaRPr lang="en-US" sz="140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306E2E69-7CB8-BDA2-A450-6194E1E39622}"/>
              </a:ext>
            </a:extLst>
          </p:cNvPr>
          <p:cNvSpPr/>
          <p:nvPr/>
        </p:nvSpPr>
        <p:spPr>
          <a:xfrm>
            <a:off x="627658" y="3829150"/>
            <a:ext cx="10936684" cy="7633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25162A4A-0506-0EB7-3B0D-E4679BE58359}"/>
              </a:ext>
            </a:extLst>
          </p:cNvPr>
          <p:cNvSpPr/>
          <p:nvPr/>
        </p:nvSpPr>
        <p:spPr>
          <a:xfrm>
            <a:off x="805160" y="3935512"/>
            <a:ext cx="5110163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Пленка даст блики</a:t>
            </a: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 (ничерта не видно)</a:t>
            </a:r>
            <a:endParaRPr lang="en-US" sz="1400" dirty="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3D576F38-1BDF-0914-84FE-45FC1FF1733A}"/>
              </a:ext>
            </a:extLst>
          </p:cNvPr>
          <p:cNvSpPr/>
          <p:nvPr/>
        </p:nvSpPr>
        <p:spPr>
          <a:xfrm>
            <a:off x="6276678" y="3935512"/>
            <a:ext cx="5110163" cy="55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Заранее протестировать пленку на маленьком куске, а не клеить сразу на монитор.</a:t>
            </a:r>
            <a:endParaRPr lang="en-US" sz="1400" dirty="0"/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906826BC-4AC4-99B7-C921-0E640A2829EE}"/>
              </a:ext>
            </a:extLst>
          </p:cNvPr>
          <p:cNvSpPr/>
          <p:nvPr/>
        </p:nvSpPr>
        <p:spPr>
          <a:xfrm>
            <a:off x="627658" y="4592539"/>
            <a:ext cx="10936684" cy="7633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11FAAA99-2FA7-23A6-2AAD-740F8DFCD715}"/>
              </a:ext>
            </a:extLst>
          </p:cNvPr>
          <p:cNvSpPr/>
          <p:nvPr/>
        </p:nvSpPr>
        <p:spPr>
          <a:xfrm>
            <a:off x="805160" y="4698901"/>
            <a:ext cx="5110163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Выключится розетка</a:t>
            </a: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 (уборщица выдернула)</a:t>
            </a:r>
            <a:endParaRPr lang="en-US" sz="1400" dirty="0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B7F08F6F-8CAE-569F-9CA9-CE5A5BB92FC3}"/>
              </a:ext>
            </a:extLst>
          </p:cNvPr>
          <p:cNvSpPr/>
          <p:nvPr/>
        </p:nvSpPr>
        <p:spPr>
          <a:xfrm>
            <a:off x="6276678" y="4698901"/>
            <a:ext cx="5110163" cy="55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Научить систему стартовать автоматически после включения питания (без кнопки).</a:t>
            </a:r>
            <a:endParaRPr lang="en-US" sz="1400" dirty="0"/>
          </a:p>
        </p:txBody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32AEFEF6-E578-4D16-C7EA-042712B3EAB3}"/>
              </a:ext>
            </a:extLst>
          </p:cNvPr>
          <p:cNvSpPr/>
          <p:nvPr/>
        </p:nvSpPr>
        <p:spPr>
          <a:xfrm>
            <a:off x="627658" y="5355928"/>
            <a:ext cx="10936684" cy="7633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E5BA00D5-2CC8-DB7F-9318-40B0B419A2BB}"/>
              </a:ext>
            </a:extLst>
          </p:cNvPr>
          <p:cNvSpPr/>
          <p:nvPr/>
        </p:nvSpPr>
        <p:spPr>
          <a:xfrm>
            <a:off x="805160" y="5462290"/>
            <a:ext cx="5110163" cy="275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Никому не нужно</a:t>
            </a: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 (пролежит в комнате)</a:t>
            </a:r>
            <a:endParaRPr lang="en-US" sz="1400" dirty="0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A869A9BC-FDB0-8D53-2D52-DE77A2ACAF1F}"/>
              </a:ext>
            </a:extLst>
          </p:cNvPr>
          <p:cNvSpPr/>
          <p:nvPr/>
        </p:nvSpPr>
        <p:spPr>
          <a:xfrm>
            <a:off x="6276678" y="5462291"/>
            <a:ext cx="5110163" cy="55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Заранее договориться с комендантом и старостой этажа о месте установки.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51868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F521B5-03F6-5F36-5FC6-9A29B6B62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835AEFE4-0218-BA73-5FE6-66CA05E79319}"/>
              </a:ext>
            </a:extLst>
          </p:cNvPr>
          <p:cNvSpPr/>
          <p:nvPr/>
        </p:nvSpPr>
        <p:spPr>
          <a:xfrm>
            <a:off x="661492" y="751086"/>
            <a:ext cx="7793633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0" dirty="0">
                <a:solidFill>
                  <a:srgbClr val="F2F0F4"/>
                </a:solidFill>
                <a:latin typeface="+mj-lt"/>
                <a:ea typeface="Montserrat" pitchFamily="34" charset="-122"/>
                <a:cs typeface="Montserrat" pitchFamily="34" charset="-120"/>
              </a:rPr>
              <a:t>Экономическая эффективность</a:t>
            </a:r>
            <a:endParaRPr lang="en-US" sz="3700" dirty="0">
              <a:latin typeface="+mj-lt"/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59D09BBB-9617-6A34-10BD-DB4E99E6CEC6}"/>
              </a:ext>
            </a:extLst>
          </p:cNvPr>
          <p:cNvSpPr/>
          <p:nvPr/>
        </p:nvSpPr>
        <p:spPr>
          <a:xfrm>
            <a:off x="661492" y="1719759"/>
            <a:ext cx="108690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00" i="1" dirty="0">
                <a:solidFill>
                  <a:srgbClr val="DCD7E5"/>
                </a:solidFill>
                <a:latin typeface="+mj-lt"/>
                <a:ea typeface="Heebo Light" pitchFamily="34" charset="-122"/>
                <a:cs typeface="Heebo Light" pitchFamily="34" charset="-120"/>
              </a:rPr>
              <a:t>(Честное объяснение, почему эти метрики здесь не работают)</a:t>
            </a:r>
            <a:endParaRPr lang="en-US" sz="1400" dirty="0">
              <a:latin typeface="+mj-lt"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84733654-3087-C85E-CD90-CCB7403A9286}"/>
              </a:ext>
            </a:extLst>
          </p:cNvPr>
          <p:cNvSpPr/>
          <p:nvPr/>
        </p:nvSpPr>
        <p:spPr>
          <a:xfrm>
            <a:off x="661492" y="2234804"/>
            <a:ext cx="108690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Поскольку проект социальный и направлен на улучшение быта, а не на продажу, расчет классических показателей не совсем корректен. Однако, если рассматривать как стартап по производству таких зеркал для общежитий:</a:t>
            </a:r>
            <a:endParaRPr lang="en-US" sz="14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F82A847F-51AE-363C-022F-02B5B543E5C7}"/>
              </a:ext>
            </a:extLst>
          </p:cNvPr>
          <p:cNvSpPr/>
          <p:nvPr/>
        </p:nvSpPr>
        <p:spPr>
          <a:xfrm>
            <a:off x="661492" y="3241278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dirty="0">
                <a:solidFill>
                  <a:srgbClr val="F2F0F4"/>
                </a:solidFill>
                <a:latin typeface="+mj-lt"/>
                <a:ea typeface="Montserrat" pitchFamily="34" charset="-122"/>
                <a:cs typeface="Montserrat" pitchFamily="34" charset="-120"/>
              </a:rPr>
              <a:t>Исходные данные:</a:t>
            </a:r>
            <a:endParaRPr lang="en-US" dirty="0">
              <a:latin typeface="+mj-lt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3FCB147B-F78F-8319-B839-25FAEC4BE77E}"/>
              </a:ext>
            </a:extLst>
          </p:cNvPr>
          <p:cNvSpPr/>
          <p:nvPr/>
        </p:nvSpPr>
        <p:spPr>
          <a:xfrm>
            <a:off x="661492" y="3725565"/>
            <a:ext cx="5203924" cy="1710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Инвестиции в прототип: 5 300 руб.</a:t>
            </a:r>
            <a:endParaRPr lang="en-US" sz="1400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Себестоимость одного зеркала при мелкосерийном производстве: ~ 4 000 руб.</a:t>
            </a:r>
            <a:endParaRPr lang="en-US" sz="1400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Цена продажи для общежития/вуза: ~ 9 000 руб.</a:t>
            </a:r>
            <a:endParaRPr lang="en-US" sz="1400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Продажи: 5 шт. в первый год.</a:t>
            </a:r>
            <a:endParaRPr lang="en-US" sz="14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B88C5905-D666-D20F-3635-81AF74A1A1C9}"/>
              </a:ext>
            </a:extLst>
          </p:cNvPr>
          <p:cNvSpPr/>
          <p:nvPr/>
        </p:nvSpPr>
        <p:spPr>
          <a:xfrm>
            <a:off x="6332934" y="3241278"/>
            <a:ext cx="24927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dirty="0">
                <a:solidFill>
                  <a:srgbClr val="F2F0F4"/>
                </a:solidFill>
                <a:latin typeface="+mj-lt"/>
                <a:ea typeface="Montserrat" pitchFamily="34" charset="-122"/>
                <a:cs typeface="Montserrat" pitchFamily="34" charset="-120"/>
              </a:rPr>
              <a:t>Расчет показателей:</a:t>
            </a:r>
            <a:endParaRPr lang="en-US" dirty="0">
              <a:latin typeface="+mj-lt"/>
            </a:endParaRP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BB26CC36-C8FD-5E6D-CF9E-D0BF9D1B808B}"/>
              </a:ext>
            </a:extLst>
          </p:cNvPr>
          <p:cNvSpPr/>
          <p:nvPr/>
        </p:nvSpPr>
        <p:spPr>
          <a:xfrm>
            <a:off x="6332935" y="3725565"/>
            <a:ext cx="5203924" cy="2315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NPV:</a:t>
            </a: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 ≈ 27 500 руб. (положительный, есть смысл).</a:t>
            </a:r>
            <a:endParaRPr lang="en-US" sz="1400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IRR:</a:t>
            </a: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 64% (окупаемость высокая, т.к. вложения маленькие).</a:t>
            </a:r>
            <a:endParaRPr lang="en-US" sz="1400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PI:</a:t>
            </a: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 2.1 (рубль на рубль вложений дает 2.1 рубля отдачи).</a:t>
            </a:r>
            <a:endParaRPr lang="en-US" sz="1400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00" b="1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PP (Срок окупаемости):</a:t>
            </a: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 Продажа 1-го зеркала окупает прототип.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82500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56AC2-1379-2551-0248-0D75279F6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>
            <a:extLst>
              <a:ext uri="{FF2B5EF4-FFF2-40B4-BE49-F238E27FC236}">
                <a16:creationId xmlns:a16="http://schemas.microsoft.com/office/drawing/2014/main" id="{D783B8A8-B634-3141-DE7A-9C37A6DBA9E0}"/>
              </a:ext>
            </a:extLst>
          </p:cNvPr>
          <p:cNvSpPr/>
          <p:nvPr/>
        </p:nvSpPr>
        <p:spPr>
          <a:xfrm>
            <a:off x="661492" y="1511301"/>
            <a:ext cx="655905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0" dirty="0">
                <a:solidFill>
                  <a:srgbClr val="F2F0F4"/>
                </a:solidFill>
                <a:latin typeface="+mj-lt"/>
                <a:ea typeface="Montserrat" pitchFamily="34" charset="-122"/>
                <a:cs typeface="Montserrat" pitchFamily="34" charset="-120"/>
              </a:rPr>
              <a:t>Что сделано </a:t>
            </a:r>
            <a:r>
              <a:rPr lang="en-US" sz="3700" dirty="0">
                <a:solidFill>
                  <a:srgbClr val="481C9E"/>
                </a:solidFill>
                <a:latin typeface="+mj-lt"/>
                <a:ea typeface="Montserrat" pitchFamily="34" charset="-122"/>
                <a:cs typeface="Montserrat" pitchFamily="34" charset="-120"/>
              </a:rPr>
              <a:t>(на 18.03.2026)</a:t>
            </a:r>
            <a:endParaRPr lang="en-US" sz="3700" dirty="0">
              <a:latin typeface="+mj-lt"/>
            </a:endParaRPr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45BEDB65-0CDE-8749-FA44-173D1FB8A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92" y="2775843"/>
            <a:ext cx="3496965" cy="25400"/>
          </a:xfrm>
          <a:prstGeom prst="rect">
            <a:avLst/>
          </a:prstGeom>
        </p:spPr>
      </p:pic>
      <p:sp>
        <p:nvSpPr>
          <p:cNvPr id="21" name="Text 1">
            <a:extLst>
              <a:ext uri="{FF2B5EF4-FFF2-40B4-BE49-F238E27FC236}">
                <a16:creationId xmlns:a16="http://schemas.microsoft.com/office/drawing/2014/main" id="{DAFB95DE-0607-64C6-7E44-B89CC0B679D2}"/>
              </a:ext>
            </a:extLst>
          </p:cNvPr>
          <p:cNvSpPr/>
          <p:nvPr/>
        </p:nvSpPr>
        <p:spPr>
          <a:xfrm>
            <a:off x="661492" y="2921100"/>
            <a:ext cx="34969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Составлено техническое задание.</a:t>
            </a:r>
            <a:endParaRPr lang="en-US" sz="1400" dirty="0"/>
          </a:p>
        </p:txBody>
      </p:sp>
      <p:pic>
        <p:nvPicPr>
          <p:cNvPr id="22" name="Image 1" descr="preencoded.png">
            <a:extLst>
              <a:ext uri="{FF2B5EF4-FFF2-40B4-BE49-F238E27FC236}">
                <a16:creationId xmlns:a16="http://schemas.microsoft.com/office/drawing/2014/main" id="{30352A77-4E2E-8AAB-C4CD-31D51D7F9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468" y="2775843"/>
            <a:ext cx="3496965" cy="25400"/>
          </a:xfrm>
          <a:prstGeom prst="rect">
            <a:avLst/>
          </a:prstGeom>
        </p:spPr>
      </p:pic>
      <p:sp>
        <p:nvSpPr>
          <p:cNvPr id="23" name="Text 2">
            <a:extLst>
              <a:ext uri="{FF2B5EF4-FFF2-40B4-BE49-F238E27FC236}">
                <a16:creationId xmlns:a16="http://schemas.microsoft.com/office/drawing/2014/main" id="{55A52E46-4D59-170C-ACB9-014D30CA4989}"/>
              </a:ext>
            </a:extLst>
          </p:cNvPr>
          <p:cNvSpPr/>
          <p:nvPr/>
        </p:nvSpPr>
        <p:spPr>
          <a:xfrm>
            <a:off x="4347468" y="2921099"/>
            <a:ext cx="3496965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Найден донор (старый монитор Samsung) у соседа в общаге за упачку печенья.</a:t>
            </a:r>
            <a:endParaRPr lang="en-US" sz="1400" dirty="0"/>
          </a:p>
        </p:txBody>
      </p:sp>
      <p:pic>
        <p:nvPicPr>
          <p:cNvPr id="24" name="Image 2" descr="preencoded.png">
            <a:extLst>
              <a:ext uri="{FF2B5EF4-FFF2-40B4-BE49-F238E27FC236}">
                <a16:creationId xmlns:a16="http://schemas.microsoft.com/office/drawing/2014/main" id="{391D2321-1CC9-7223-8A60-1E0C0E19D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444" y="2794694"/>
            <a:ext cx="3496965" cy="25400"/>
          </a:xfrm>
          <a:prstGeom prst="rect">
            <a:avLst/>
          </a:prstGeom>
        </p:spPr>
      </p:pic>
      <p:sp>
        <p:nvSpPr>
          <p:cNvPr id="25" name="Text 3">
            <a:extLst>
              <a:ext uri="{FF2B5EF4-FFF2-40B4-BE49-F238E27FC236}">
                <a16:creationId xmlns:a16="http://schemas.microsoft.com/office/drawing/2014/main" id="{6BBAB66D-5CA3-F864-4875-73A92DFC6CAB}"/>
              </a:ext>
            </a:extLst>
          </p:cNvPr>
          <p:cNvSpPr/>
          <p:nvPr/>
        </p:nvSpPr>
        <p:spPr>
          <a:xfrm>
            <a:off x="8033444" y="2921100"/>
            <a:ext cx="34969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Скачан образ ОС для Orange Pi.</a:t>
            </a:r>
            <a:endParaRPr lang="en-US" sz="1400" dirty="0"/>
          </a:p>
        </p:txBody>
      </p:sp>
      <p:pic>
        <p:nvPicPr>
          <p:cNvPr id="26" name="Image 3" descr="preencoded.png">
            <a:extLst>
              <a:ext uri="{FF2B5EF4-FFF2-40B4-BE49-F238E27FC236}">
                <a16:creationId xmlns:a16="http://schemas.microsoft.com/office/drawing/2014/main" id="{80B4A7CA-77BE-ED49-AD3E-1D9D8E33F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92" y="4435971"/>
            <a:ext cx="5339953" cy="25400"/>
          </a:xfrm>
          <a:prstGeom prst="rect">
            <a:avLst/>
          </a:prstGeom>
        </p:spPr>
      </p:pic>
      <p:sp>
        <p:nvSpPr>
          <p:cNvPr id="27" name="Text 4">
            <a:extLst>
              <a:ext uri="{FF2B5EF4-FFF2-40B4-BE49-F238E27FC236}">
                <a16:creationId xmlns:a16="http://schemas.microsoft.com/office/drawing/2014/main" id="{8A790E91-4868-9149-150B-4991E2096996}"/>
              </a:ext>
            </a:extLst>
          </p:cNvPr>
          <p:cNvSpPr/>
          <p:nvPr/>
        </p:nvSpPr>
        <p:spPr>
          <a:xfrm>
            <a:off x="661492" y="4600179"/>
            <a:ext cx="533995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Проведены переговоры с комендантом (она "за", если не сверлить стены).</a:t>
            </a:r>
            <a:endParaRPr lang="en-US" sz="1400" dirty="0"/>
          </a:p>
        </p:txBody>
      </p:sp>
      <p:pic>
        <p:nvPicPr>
          <p:cNvPr id="28" name="Image 4" descr="preencoded.png">
            <a:extLst>
              <a:ext uri="{FF2B5EF4-FFF2-40B4-BE49-F238E27FC236}">
                <a16:creationId xmlns:a16="http://schemas.microsoft.com/office/drawing/2014/main" id="{54F7642E-B38B-F187-D5F0-38BA2F3F6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57" y="4454922"/>
            <a:ext cx="5339953" cy="25400"/>
          </a:xfrm>
          <a:prstGeom prst="rect">
            <a:avLst/>
          </a:prstGeom>
        </p:spPr>
      </p:pic>
      <p:sp>
        <p:nvSpPr>
          <p:cNvPr id="29" name="Text 5">
            <a:extLst>
              <a:ext uri="{FF2B5EF4-FFF2-40B4-BE49-F238E27FC236}">
                <a16:creationId xmlns:a16="http://schemas.microsoft.com/office/drawing/2014/main" id="{9CEBF0BB-47EF-7ABE-6759-085D73348292}"/>
              </a:ext>
            </a:extLst>
          </p:cNvPr>
          <p:cNvSpPr/>
          <p:nvPr/>
        </p:nvSpPr>
        <p:spPr>
          <a:xfrm>
            <a:off x="6190457" y="4600179"/>
            <a:ext cx="533995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Начат сбор информации по API погоды.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93373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28B66A-9A64-E018-D92D-B6687B974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2236FE1-34C9-8BB2-EA60-FF9F54B4A483}"/>
              </a:ext>
            </a:extLst>
          </p:cNvPr>
          <p:cNvSpPr/>
          <p:nvPr/>
        </p:nvSpPr>
        <p:spPr>
          <a:xfrm>
            <a:off x="652661" y="585689"/>
            <a:ext cx="47254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0" dirty="0">
                <a:solidFill>
                  <a:srgbClr val="F2F0F4"/>
                </a:solidFill>
                <a:latin typeface="+mj-lt"/>
                <a:ea typeface="Montserrat" pitchFamily="34" charset="-122"/>
                <a:cs typeface="Montserrat" pitchFamily="34" charset="-120"/>
              </a:rPr>
              <a:t>Команда и роль</a:t>
            </a:r>
            <a:endParaRPr lang="en-US" sz="3700" dirty="0">
              <a:latin typeface="+mj-lt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00C7D17-150D-491F-B702-F05691F3C6CD}"/>
              </a:ext>
            </a:extLst>
          </p:cNvPr>
          <p:cNvSpPr/>
          <p:nvPr/>
        </p:nvSpPr>
        <p:spPr>
          <a:xfrm>
            <a:off x="661492" y="1554361"/>
            <a:ext cx="52630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(Показать, </a:t>
            </a:r>
            <a:r>
              <a:rPr lang="en-US" sz="140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что</a:t>
            </a:r>
            <a:r>
              <a:rPr lang="en-US" sz="1458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ты тут главный и единственный, но честно)</a:t>
            </a:r>
            <a:endParaRPr lang="en-US" sz="1458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B0F0AEB-5B22-AC3F-27E8-C76375B9C1D9}"/>
              </a:ext>
            </a:extLst>
          </p:cNvPr>
          <p:cNvSpPr/>
          <p:nvPr/>
        </p:nvSpPr>
        <p:spPr>
          <a:xfrm>
            <a:off x="652661" y="2140248"/>
            <a:ext cx="5443339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2900" dirty="0">
                <a:solidFill>
                  <a:srgbClr val="481C9E"/>
                </a:solidFill>
                <a:latin typeface="+mj-lt"/>
                <a:ea typeface="Montserrat" pitchFamily="34" charset="-122"/>
                <a:cs typeface="Montserrat" pitchFamily="34" charset="-120"/>
              </a:rPr>
              <a:t>Ревенко</a:t>
            </a:r>
            <a:r>
              <a:rPr lang="en-US" sz="2958" dirty="0">
                <a:solidFill>
                  <a:srgbClr val="481C9E"/>
                </a:solidFill>
                <a:latin typeface="+mj-lt"/>
                <a:ea typeface="Montserrat" pitchFamily="34" charset="-122"/>
                <a:cs typeface="Montserrat" pitchFamily="34" charset="-120"/>
              </a:rPr>
              <a:t> Сергей Антонович</a:t>
            </a:r>
            <a:endParaRPr lang="en-US" sz="2958" dirty="0">
              <a:latin typeface="+mj-lt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5B9CEA4-80F8-582E-7967-DF7E0D8A3F36}"/>
              </a:ext>
            </a:extLst>
          </p:cNvPr>
          <p:cNvSpPr/>
          <p:nvPr/>
        </p:nvSpPr>
        <p:spPr>
          <a:xfrm>
            <a:off x="661492" y="2896195"/>
            <a:ext cx="3496965" cy="1744762"/>
          </a:xfrm>
          <a:prstGeom prst="roundRect">
            <a:avLst>
              <a:gd name="adj" fmla="val 4550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FAB85F4-8092-C1DC-0AF7-52FA44106513}"/>
              </a:ext>
            </a:extLst>
          </p:cNvPr>
          <p:cNvSpPr/>
          <p:nvPr/>
        </p:nvSpPr>
        <p:spPr>
          <a:xfrm>
            <a:off x="875903" y="3110607"/>
            <a:ext cx="2856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dirty="0">
                <a:solidFill>
                  <a:srgbClr val="DCD7E5"/>
                </a:solidFill>
                <a:latin typeface="+mj-lt"/>
                <a:ea typeface="Montserrat" pitchFamily="34" charset="-122"/>
                <a:cs typeface="Montserrat" pitchFamily="34" charset="-120"/>
              </a:rPr>
              <a:t>Системный архитектор</a:t>
            </a:r>
            <a:endParaRPr lang="en-US" dirty="0">
              <a:latin typeface="+mj-lt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F08D387-ED88-0FD7-C79D-E81F79253920}"/>
              </a:ext>
            </a:extLst>
          </p:cNvPr>
          <p:cNvSpPr/>
          <p:nvPr/>
        </p:nvSpPr>
        <p:spPr>
          <a:xfrm>
            <a:off x="875903" y="3519290"/>
            <a:ext cx="30681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Выбор железа и компонентов.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7EA7AC4-B71C-8716-38EA-A024DF667E25}"/>
              </a:ext>
            </a:extLst>
          </p:cNvPr>
          <p:cNvSpPr/>
          <p:nvPr/>
        </p:nvSpPr>
        <p:spPr>
          <a:xfrm>
            <a:off x="4347468" y="2896195"/>
            <a:ext cx="3496965" cy="1744762"/>
          </a:xfrm>
          <a:prstGeom prst="roundRect">
            <a:avLst>
              <a:gd name="adj" fmla="val 4550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E8DED19-7DEA-4744-0DB1-72A9EAE6B078}"/>
              </a:ext>
            </a:extLst>
          </p:cNvPr>
          <p:cNvSpPr/>
          <p:nvPr/>
        </p:nvSpPr>
        <p:spPr>
          <a:xfrm>
            <a:off x="4561881" y="3110607"/>
            <a:ext cx="3002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dirty="0">
                <a:solidFill>
                  <a:srgbClr val="DCD7E5"/>
                </a:solidFill>
                <a:latin typeface="+mj-lt"/>
                <a:ea typeface="Montserrat" pitchFamily="34" charset="-122"/>
                <a:cs typeface="Montserrat" pitchFamily="34" charset="-120"/>
              </a:rPr>
              <a:t>Embedded-разработчик</a:t>
            </a:r>
            <a:endParaRPr lang="en-US" dirty="0">
              <a:latin typeface="+mj-lt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91BE93C-000A-4FAF-0E93-2E3CD1CF4E87}"/>
              </a:ext>
            </a:extLst>
          </p:cNvPr>
          <p:cNvSpPr/>
          <p:nvPr/>
        </p:nvSpPr>
        <p:spPr>
          <a:xfrm>
            <a:off x="4561880" y="3519289"/>
            <a:ext cx="3068142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Настройка Linux на одноплатнике, работа с GPIO (если надо).</a:t>
            </a:r>
            <a:endParaRPr lang="en-US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B4DAFB9-1E37-833E-AA7A-6512BD652DBA}"/>
              </a:ext>
            </a:extLst>
          </p:cNvPr>
          <p:cNvSpPr/>
          <p:nvPr/>
        </p:nvSpPr>
        <p:spPr>
          <a:xfrm>
            <a:off x="8033444" y="2896195"/>
            <a:ext cx="3496965" cy="1744762"/>
          </a:xfrm>
          <a:prstGeom prst="roundRect">
            <a:avLst>
              <a:gd name="adj" fmla="val 4550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4D114BB-3D2B-20C3-E4A6-52019C11A84F}"/>
              </a:ext>
            </a:extLst>
          </p:cNvPr>
          <p:cNvSpPr/>
          <p:nvPr/>
        </p:nvSpPr>
        <p:spPr>
          <a:xfrm>
            <a:off x="8247856" y="311060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dirty="0">
                <a:solidFill>
                  <a:srgbClr val="DCD7E5"/>
                </a:solidFill>
                <a:latin typeface="+mj-lt"/>
                <a:ea typeface="Montserrat" pitchFamily="34" charset="-122"/>
                <a:cs typeface="Montserrat" pitchFamily="34" charset="-120"/>
              </a:rPr>
              <a:t>Web-разработчик</a:t>
            </a:r>
            <a:endParaRPr lang="en-US" dirty="0">
              <a:latin typeface="+mj-lt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304324-35D7-C6D1-E0F2-1F6375523CDB}"/>
              </a:ext>
            </a:extLst>
          </p:cNvPr>
          <p:cNvSpPr/>
          <p:nvPr/>
        </p:nvSpPr>
        <p:spPr>
          <a:xfrm>
            <a:off x="8247856" y="3519289"/>
            <a:ext cx="306814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Интерфейс, который висит на зеркале.</a:t>
            </a:r>
            <a:endParaRPr lang="en-US" sz="14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82EF0EB-7A5F-B1CC-C186-885DE03AE0F6}"/>
              </a:ext>
            </a:extLst>
          </p:cNvPr>
          <p:cNvSpPr/>
          <p:nvPr/>
        </p:nvSpPr>
        <p:spPr>
          <a:xfrm>
            <a:off x="661492" y="4829969"/>
            <a:ext cx="5339953" cy="1442343"/>
          </a:xfrm>
          <a:prstGeom prst="roundRect">
            <a:avLst>
              <a:gd name="adj" fmla="val 5504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FD53144-9AAB-9AFE-10C9-85913C596F4D}"/>
              </a:ext>
            </a:extLst>
          </p:cNvPr>
          <p:cNvSpPr/>
          <p:nvPr/>
        </p:nvSpPr>
        <p:spPr>
          <a:xfrm>
            <a:off x="875904" y="5044381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dirty="0">
                <a:solidFill>
                  <a:srgbClr val="DCD7E5"/>
                </a:solidFill>
                <a:latin typeface="+mj-lt"/>
                <a:ea typeface="Montserrat" pitchFamily="34" charset="-122"/>
                <a:cs typeface="Montserrat" pitchFamily="34" charset="-120"/>
              </a:rPr>
              <a:t>Слесарь-сборщик</a:t>
            </a:r>
            <a:endParaRPr lang="en-US" dirty="0">
              <a:latin typeface="+mj-lt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940CF39-315C-1EB6-5C8A-BD539B6B1838}"/>
              </a:ext>
            </a:extLst>
          </p:cNvPr>
          <p:cNvSpPr/>
          <p:nvPr/>
        </p:nvSpPr>
        <p:spPr>
          <a:xfrm>
            <a:off x="875903" y="5453063"/>
            <a:ext cx="491113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Разбор монитора, сборка бутерброда, прокладка проводов.</a:t>
            </a:r>
            <a:endParaRPr lang="en-US" sz="14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128624A-F44F-5B98-0F13-7156BEF92DF2}"/>
              </a:ext>
            </a:extLst>
          </p:cNvPr>
          <p:cNvSpPr/>
          <p:nvPr/>
        </p:nvSpPr>
        <p:spPr>
          <a:xfrm>
            <a:off x="6190457" y="4829969"/>
            <a:ext cx="5339953" cy="1442343"/>
          </a:xfrm>
          <a:prstGeom prst="roundRect">
            <a:avLst>
              <a:gd name="adj" fmla="val 5504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A20D65E-A0DC-B1A6-3373-C2EA6526D09B}"/>
              </a:ext>
            </a:extLst>
          </p:cNvPr>
          <p:cNvSpPr/>
          <p:nvPr/>
        </p:nvSpPr>
        <p:spPr>
          <a:xfrm>
            <a:off x="6404868" y="5044381"/>
            <a:ext cx="29019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dirty="0">
                <a:solidFill>
                  <a:srgbClr val="DCD7E5"/>
                </a:solidFill>
                <a:latin typeface="+mj-lt"/>
                <a:ea typeface="Montserrat" pitchFamily="34" charset="-122"/>
                <a:cs typeface="Montserrat" pitchFamily="34" charset="-120"/>
              </a:rPr>
              <a:t>Менеджер по продакту</a:t>
            </a:r>
            <a:endParaRPr lang="en-US" dirty="0">
              <a:latin typeface="+mj-lt"/>
            </a:endParaRPr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D2916791-BABB-6B71-41B5-5129B6032EB0}"/>
              </a:ext>
            </a:extLst>
          </p:cNvPr>
          <p:cNvSpPr/>
          <p:nvPr/>
        </p:nvSpPr>
        <p:spPr>
          <a:xfrm>
            <a:off x="6404868" y="5453063"/>
            <a:ext cx="49111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00" dirty="0">
                <a:solidFill>
                  <a:srgbClr val="DCD7E5"/>
                </a:solidFill>
                <a:ea typeface="Heebo Light" pitchFamily="34" charset="-122"/>
                <a:cs typeface="Heebo Light" pitchFamily="34" charset="-120"/>
              </a:rPr>
              <a:t>Договоренности с комендантом и поиск монитора.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73270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B24A4F-B50F-BB78-40AC-2CCA8FF53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48F9DCF-7374-DE40-43A0-7BBF753671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788152"/>
          </a:xfrm>
          <a:prstGeom prst="rect">
            <a:avLst/>
          </a:prstGeom>
        </p:spPr>
      </p:pic>
      <p:sp>
        <p:nvSpPr>
          <p:cNvPr id="21" name="Text 1">
            <a:extLst>
              <a:ext uri="{FF2B5EF4-FFF2-40B4-BE49-F238E27FC236}">
                <a16:creationId xmlns:a16="http://schemas.microsoft.com/office/drawing/2014/main" id="{AF2ED45A-EC20-F800-32FF-C1CF6CE7FF48}"/>
              </a:ext>
            </a:extLst>
          </p:cNvPr>
          <p:cNvSpPr/>
          <p:nvPr/>
        </p:nvSpPr>
        <p:spPr>
          <a:xfrm>
            <a:off x="144567" y="5788152"/>
            <a:ext cx="98681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1400" dirty="0">
                <a:solidFill>
                  <a:srgbClr val="F2F0F4"/>
                </a:solidFill>
                <a:ea typeface="Montserrat" pitchFamily="34" charset="-122"/>
                <a:cs typeface="Montserrat" pitchFamily="34" charset="-120"/>
              </a:rPr>
              <a:t>Вопросы? Готов к предложениям по удешевлению конструкции и защите от пьяных студентов.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191774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851</Words>
  <Application>Microsoft Office PowerPoint</Application>
  <PresentationFormat>Широкоэкранный</PresentationFormat>
  <Paragraphs>111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Heebo Light</vt:lpstr>
      <vt:lpstr>Montserrat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Z0nik2 |</dc:creator>
  <cp:lastModifiedBy>Z0nik2 |</cp:lastModifiedBy>
  <cp:revision>2</cp:revision>
  <dcterms:created xsi:type="dcterms:W3CDTF">2026-03-18T08:14:31Z</dcterms:created>
  <dcterms:modified xsi:type="dcterms:W3CDTF">2026-03-18T14:05:26Z</dcterms:modified>
</cp:coreProperties>
</file>