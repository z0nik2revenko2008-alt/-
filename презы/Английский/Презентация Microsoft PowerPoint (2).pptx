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358D2-B9D1-5F49-AD45-9E6C2B92F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922D55-1C94-0390-DD56-67E4B849E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F59039-E437-DAB2-8D0C-5F3ACD64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315DCE-1EAB-2BC5-35A0-0C89F494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6D01A-CFBF-A59A-03AF-92F4B892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54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582A8-D8D1-F95B-8160-C6A08878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EB803E-CE7C-C38A-65C3-E02C2C23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684B37-4A83-FFCC-DA61-D2E09BC6D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397C04-B05E-DCBC-846F-211ED6D5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0D3BC-AAC4-6790-DA52-CFAC0A48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56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9866C-1674-A357-9DAC-580DE3F9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7057A9-CF4F-EF43-11CC-AA39E185F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8E2B3D-D3EF-B22D-E9F1-B98D0BA4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923D16-7805-0207-4119-4C1F72AF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D8AE42-DB04-1261-95A6-DE957032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55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36074-415E-92E6-0223-A23A4C68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B0B3AB-57D5-E203-76A9-F160A3F10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22B220-1BA7-33EE-96C8-55025EA2C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68DB0D-11EB-F2B0-E629-D745C772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397344-5105-45E7-B7F9-7CEEF2CF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4EC374-C754-09E6-A084-388E5EBB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59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8EFAC-8C67-3C4C-A8B7-C984CD30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296D17-C071-1121-95DB-96262DAB1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2D3219-4CA3-FACB-06BE-0F69BD7FE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A3E10C-8D4E-10E4-3008-03DEF8FB3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9739CA-8A17-9A31-11A7-4D8B233AA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00DBD5-402E-F451-B349-78817439D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846F7E-AA08-3544-3F2D-0773EAA7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D0AF08E-3621-2E34-AF04-D59D6231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376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3F6F7-7EF6-FCA9-A872-693930907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8DBB97-890A-AC92-8C7D-4D12638D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359514-C342-53A1-734D-0244618FE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B0E648-E817-DEFC-CC2D-42B0944E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66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D1024E-000C-440E-AF1A-ACA97B20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090327-A0F4-F6F2-352E-75EA3A0F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888419-D045-3CAA-9669-5A394F9A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933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E34C9-1F5D-A509-0C1A-DB892DE3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FA0615-DC17-81FA-6429-1C2C8B82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90F971-E9CE-8080-717F-56E7F553F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8DBB78-4798-77AF-BF7A-EB9E317C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0E94D6-9BF7-6CD0-61AA-DB975EF5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0765E7-9D9A-6071-8610-FF2DE8FB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1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9138D-878D-00E4-740E-D2065AFD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FC1095-82FF-5514-E5CB-6DEC1E307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1A6662-CC2A-FDC2-8AA1-B8B737C13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E42740-85C7-9F04-8AF2-544607C2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AF07DF-074F-4FF1-30A8-0CF5F035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ED408D-1A82-DB0E-A3F4-9A702F7A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7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25BB8-4A8B-4EFA-E575-20A99140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6A56E3-9967-8132-63B5-7904DF12A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2F5A5-A507-45DD-A3C5-3F1D1C37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3B3B1-ADAC-2386-8456-726AA81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15D1EA-4D71-4455-9B08-A5955C0D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58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0DDB54-7622-4FE6-F958-81A80AEBB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64BED0-B47B-6A22-A183-C6D6E8D1D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195CF0-C934-AEA3-34E7-2F18CC67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416C22-538F-7D1E-53A3-DD39173B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C5CB39-9B7B-934F-A74E-69267F42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3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B89B69-8C38-FB41-220D-EDD58AC9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C60609-71E8-6E4D-E803-6605BFFE0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CD8BCD-2769-3B5E-9237-30DF8F94E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704BB-7813-42D5-98DB-1BD85DA5AA98}" type="datetimeFigureOut">
              <a:rPr lang="ru-RU" smtClean="0"/>
              <a:t>13.03.2024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F601E1-0473-FD38-2447-36903378A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F9EF3B-87DF-D447-3FFF-1A564D190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52E0F-3D96-4291-AD45-D624C10582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E79492-E2F6-4A1E-97D9-B578E2C556B1}"/>
              </a:ext>
            </a:extLst>
          </p:cNvPr>
          <p:cNvSpPr txBox="1"/>
          <p:nvPr/>
        </p:nvSpPr>
        <p:spPr>
          <a:xfrm>
            <a:off x="1904245" y="6070473"/>
            <a:ext cx="8383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Five Facts about Jesse Owens</a:t>
            </a:r>
            <a:endParaRPr lang="ru-RU" sz="5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D0BDA74-1D6B-8D13-F4EC-79114CC22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77" y="722485"/>
            <a:ext cx="4952341" cy="36684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6E10DC6-265B-8E3B-1E55-0D6E57E02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790" y="554777"/>
            <a:ext cx="4214294" cy="464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6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D0E137-7AAF-D238-327C-9F430083C24F}"/>
              </a:ext>
            </a:extLst>
          </p:cNvPr>
          <p:cNvSpPr txBox="1"/>
          <p:nvPr/>
        </p:nvSpPr>
        <p:spPr>
          <a:xfrm>
            <a:off x="1554556" y="6150114"/>
            <a:ext cx="90828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 err="1"/>
              <a:t>Jesse</a:t>
            </a:r>
            <a:r>
              <a:rPr lang="ru-RU" sz="4000" dirty="0"/>
              <a:t> </a:t>
            </a:r>
            <a:r>
              <a:rPr lang="ru-RU" sz="4000" dirty="0" err="1"/>
              <a:t>Owens</a:t>
            </a:r>
            <a:r>
              <a:rPr lang="ru-RU" sz="4000" dirty="0"/>
              <a:t> </a:t>
            </a:r>
            <a:r>
              <a:rPr lang="ru-RU" sz="4000" dirty="0" err="1"/>
              <a:t>is</a:t>
            </a:r>
            <a:r>
              <a:rPr lang="ru-RU" sz="4000" dirty="0"/>
              <a:t> a </a:t>
            </a:r>
            <a:r>
              <a:rPr lang="ru-RU" sz="4000" dirty="0" err="1"/>
              <a:t>legendary</a:t>
            </a:r>
            <a:r>
              <a:rPr lang="ru-RU" sz="4000" dirty="0"/>
              <a:t> American </a:t>
            </a:r>
            <a:r>
              <a:rPr lang="ru-RU" sz="4000" dirty="0" err="1"/>
              <a:t>track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62A75F-6B30-8B31-E527-89CE31FFB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719" y="1793763"/>
            <a:ext cx="2669358" cy="36290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47B874-0608-8DBC-55BE-9311D194E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388825"/>
            <a:ext cx="42862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54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315133-9A18-B872-CEF9-04233734C0F6}"/>
              </a:ext>
            </a:extLst>
          </p:cNvPr>
          <p:cNvSpPr txBox="1"/>
          <p:nvPr/>
        </p:nvSpPr>
        <p:spPr>
          <a:xfrm>
            <a:off x="3047246" y="6246488"/>
            <a:ext cx="6097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YS Text"/>
              </a:rPr>
              <a:t>Records and Achievements</a:t>
            </a:r>
            <a:r>
              <a:rPr lang="ru-RU" sz="4000" b="0" i="0" dirty="0">
                <a:effectLst/>
                <a:latin typeface="YS Text"/>
              </a:rPr>
              <a:t> </a:t>
            </a:r>
            <a:endParaRPr lang="ru-RU" sz="4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191CA4-8DA9-6D3B-C5D7-AE8041EF1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061" y="879198"/>
            <a:ext cx="5892862" cy="36290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78AEFD3-EA5A-8225-2BF4-E6CC2F7E4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09" y="3117526"/>
            <a:ext cx="4381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9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9AE74-F774-0235-4229-63F012B4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738" y="339889"/>
            <a:ext cx="5888524" cy="1325563"/>
          </a:xfrm>
        </p:spPr>
        <p:txBody>
          <a:bodyPr/>
          <a:lstStyle/>
          <a:p>
            <a:r>
              <a:rPr lang="en-US" dirty="0"/>
              <a:t>Thanks for your attention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52A171-1E36-F9E4-13A3-77F7853C3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607398"/>
            <a:ext cx="6858000" cy="425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381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</Words>
  <Application>Microsoft Office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Z0nik2 |</dc:creator>
  <cp:lastModifiedBy>Z0nik2 |</cp:lastModifiedBy>
  <cp:revision>1</cp:revision>
  <dcterms:created xsi:type="dcterms:W3CDTF">2024-03-13T13:15:22Z</dcterms:created>
  <dcterms:modified xsi:type="dcterms:W3CDTF">2024-03-13T13:32:32Z</dcterms:modified>
</cp:coreProperties>
</file>