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3115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40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08043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859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273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2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9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531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1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83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43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CB2774F-1E4D-49D6-AE3D-8459000AB3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0CE0E0-4255-4E17-9451-0DC10ED3FC1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948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4.png"/><Relationship Id="rId7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11" Type="http://schemas.openxmlformats.org/officeDocument/2006/relationships/image" Target="../media/image11.jpg"/><Relationship Id="rId5" Type="http://schemas.openxmlformats.org/officeDocument/2006/relationships/image" Target="../media/image6.png"/><Relationship Id="rId10" Type="http://schemas.openxmlformats.org/officeDocument/2006/relationships/image" Target="../media/image10.jpg"/><Relationship Id="rId4" Type="http://schemas.openxmlformats.org/officeDocument/2006/relationships/image" Target="../media/image5.jpg"/><Relationship Id="rId9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9.jpg"/><Relationship Id="rId7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11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7.jpg"/><Relationship Id="rId4" Type="http://schemas.openxmlformats.org/officeDocument/2006/relationships/image" Target="../media/image10.jp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9DD10-A01E-8D2E-8424-5166FF1D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68366" y="2612310"/>
            <a:ext cx="416836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My favorite dish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806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9DD10-A01E-8D2E-8424-5166FF1D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817" y="2766218"/>
            <a:ext cx="416836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My favorite dish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4AED9C-CB58-80B2-6ECA-8F49A32B4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73531" y="0"/>
            <a:ext cx="9705315" cy="40929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93295D-8E88-A852-AB44-76ECC5C68FCA}"/>
              </a:ext>
            </a:extLst>
          </p:cNvPr>
          <p:cNvSpPr txBox="1"/>
          <p:nvPr/>
        </p:nvSpPr>
        <p:spPr>
          <a:xfrm>
            <a:off x="-10875798" y="5746188"/>
            <a:ext cx="106996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/>
              <a:t>I </a:t>
            </a:r>
            <a:r>
              <a:rPr lang="ru-RU" sz="6000" dirty="0" err="1"/>
              <a:t>like</a:t>
            </a:r>
            <a:r>
              <a:rPr lang="ru-RU" sz="6000" dirty="0"/>
              <a:t> </a:t>
            </a:r>
            <a:r>
              <a:rPr lang="ru-RU" sz="6000" dirty="0" err="1"/>
              <a:t>homemade</a:t>
            </a:r>
            <a:r>
              <a:rPr lang="ru-RU" sz="6000" dirty="0"/>
              <a:t> </a:t>
            </a:r>
            <a:r>
              <a:rPr lang="ru-RU" sz="6000" dirty="0" err="1"/>
              <a:t>pizza</a:t>
            </a:r>
            <a:r>
              <a:rPr lang="ru-RU" sz="6000" dirty="0"/>
              <a:t> </a:t>
            </a:r>
            <a:r>
              <a:rPr lang="ru-RU" sz="6000" dirty="0" err="1"/>
              <a:t>from</a:t>
            </a:r>
            <a:r>
              <a:rPr lang="ru-RU" sz="6000" dirty="0"/>
              <a:t> </a:t>
            </a:r>
            <a:r>
              <a:rPr lang="ru-RU" sz="6000" dirty="0" err="1"/>
              <a:t>mom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762487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8E7053-4616-41C1-ACC5-B1C6CAAC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59" y="71612"/>
            <a:ext cx="9705315" cy="4092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34FCB8-74E6-7F02-5484-875DA72D34CC}"/>
              </a:ext>
            </a:extLst>
          </p:cNvPr>
          <p:cNvSpPr txBox="1"/>
          <p:nvPr/>
        </p:nvSpPr>
        <p:spPr>
          <a:xfrm>
            <a:off x="946088" y="5540915"/>
            <a:ext cx="106996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/>
              <a:t>I </a:t>
            </a:r>
            <a:r>
              <a:rPr lang="ru-RU" sz="6000" dirty="0" err="1"/>
              <a:t>like</a:t>
            </a:r>
            <a:r>
              <a:rPr lang="ru-RU" sz="6000" dirty="0"/>
              <a:t> </a:t>
            </a:r>
            <a:r>
              <a:rPr lang="ru-RU" sz="6000" dirty="0" err="1"/>
              <a:t>homemade</a:t>
            </a:r>
            <a:r>
              <a:rPr lang="ru-RU" sz="6000" dirty="0"/>
              <a:t> </a:t>
            </a:r>
            <a:r>
              <a:rPr lang="ru-RU" sz="6000" dirty="0" err="1"/>
              <a:t>pizza</a:t>
            </a:r>
            <a:r>
              <a:rPr lang="ru-RU" sz="6000" dirty="0"/>
              <a:t> </a:t>
            </a:r>
            <a:r>
              <a:rPr lang="ru-RU" sz="6000" dirty="0" err="1"/>
              <a:t>from</a:t>
            </a:r>
            <a:r>
              <a:rPr lang="ru-RU" sz="6000" dirty="0"/>
              <a:t> </a:t>
            </a:r>
            <a:r>
              <a:rPr lang="ru-RU" sz="6000" dirty="0" err="1"/>
              <a:t>mom</a:t>
            </a:r>
            <a:endParaRPr lang="ru-RU" sz="6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97099-77F7-FC42-121B-D2CB5F29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0" y="2839030"/>
            <a:ext cx="416836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My favorite dish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DA48F-E5E0-96DE-C389-E46A7550EC10}"/>
              </a:ext>
            </a:extLst>
          </p:cNvPr>
          <p:cNvSpPr txBox="1"/>
          <p:nvPr/>
        </p:nvSpPr>
        <p:spPr>
          <a:xfrm>
            <a:off x="-5674935" y="406884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Why</a:t>
            </a:r>
            <a:r>
              <a:rPr lang="ru-RU" sz="7200" dirty="0"/>
              <a:t> </a:t>
            </a:r>
            <a:r>
              <a:rPr lang="ru-RU" sz="7200" dirty="0" err="1"/>
              <a:t>do</a:t>
            </a:r>
            <a:r>
              <a:rPr lang="ru-RU" sz="7200" dirty="0"/>
              <a:t> I </a:t>
            </a:r>
            <a:r>
              <a:rPr lang="ru-RU" sz="7200" dirty="0" err="1"/>
              <a:t>like</a:t>
            </a:r>
            <a:r>
              <a:rPr lang="ru-RU" sz="7200" dirty="0"/>
              <a:t> </a:t>
            </a:r>
            <a:r>
              <a:rPr lang="ru-RU" sz="7200" dirty="0" err="1"/>
              <a:t>this</a:t>
            </a:r>
            <a:r>
              <a:rPr lang="ru-RU" sz="7200" dirty="0"/>
              <a:t> </a:t>
            </a:r>
            <a:r>
              <a:rPr lang="ru-RU" sz="7200" dirty="0" err="1"/>
              <a:t>dish</a:t>
            </a:r>
            <a:r>
              <a:rPr lang="ru-RU" sz="7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9221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C77FB-7149-97ED-5CBB-C638AFDFCDFC}"/>
              </a:ext>
            </a:extLst>
          </p:cNvPr>
          <p:cNvSpPr txBox="1"/>
          <p:nvPr/>
        </p:nvSpPr>
        <p:spPr>
          <a:xfrm>
            <a:off x="1155073" y="711626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Why</a:t>
            </a:r>
            <a:r>
              <a:rPr lang="ru-RU" sz="7200" dirty="0"/>
              <a:t> </a:t>
            </a:r>
            <a:r>
              <a:rPr lang="ru-RU" sz="7200" dirty="0" err="1"/>
              <a:t>do</a:t>
            </a:r>
            <a:r>
              <a:rPr lang="ru-RU" sz="7200" dirty="0"/>
              <a:t> I </a:t>
            </a:r>
            <a:r>
              <a:rPr lang="ru-RU" sz="7200" dirty="0" err="1"/>
              <a:t>like</a:t>
            </a:r>
            <a:r>
              <a:rPr lang="ru-RU" sz="7200" dirty="0"/>
              <a:t> </a:t>
            </a:r>
            <a:r>
              <a:rPr lang="ru-RU" sz="7200" dirty="0" err="1"/>
              <a:t>this</a:t>
            </a:r>
            <a:r>
              <a:rPr lang="ru-RU" sz="7200" dirty="0"/>
              <a:t> </a:t>
            </a:r>
            <a:r>
              <a:rPr lang="ru-RU" sz="7200" dirty="0" err="1"/>
              <a:t>dish</a:t>
            </a:r>
            <a:r>
              <a:rPr lang="ru-RU" sz="7200" dirty="0"/>
              <a:t>?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2814511-6FD5-631E-A462-DD6701432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858" y="78725"/>
            <a:ext cx="9705315" cy="40929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2AF265-21A1-0A3D-921D-6F560AC931D5}"/>
              </a:ext>
            </a:extLst>
          </p:cNvPr>
          <p:cNvSpPr txBox="1"/>
          <p:nvPr/>
        </p:nvSpPr>
        <p:spPr>
          <a:xfrm>
            <a:off x="12488056" y="5763612"/>
            <a:ext cx="106996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/>
              <a:t>I </a:t>
            </a:r>
            <a:r>
              <a:rPr lang="ru-RU" sz="6000" dirty="0" err="1"/>
              <a:t>like</a:t>
            </a:r>
            <a:r>
              <a:rPr lang="ru-RU" sz="6000" dirty="0"/>
              <a:t> </a:t>
            </a:r>
            <a:r>
              <a:rPr lang="ru-RU" sz="6000" dirty="0" err="1"/>
              <a:t>homemade</a:t>
            </a:r>
            <a:r>
              <a:rPr lang="ru-RU" sz="6000" dirty="0"/>
              <a:t> </a:t>
            </a:r>
            <a:r>
              <a:rPr lang="ru-RU" sz="6000" dirty="0" err="1"/>
              <a:t>pizza</a:t>
            </a:r>
            <a:r>
              <a:rPr lang="ru-RU" sz="6000" dirty="0"/>
              <a:t> </a:t>
            </a:r>
            <a:r>
              <a:rPr lang="ru-RU" sz="6000" dirty="0" err="1"/>
              <a:t>from</a:t>
            </a:r>
            <a:r>
              <a:rPr lang="ru-RU" sz="6000" dirty="0"/>
              <a:t> </a:t>
            </a:r>
            <a:r>
              <a:rPr lang="ru-RU" sz="6000" dirty="0" err="1"/>
              <a:t>mom</a:t>
            </a:r>
            <a:endParaRPr lang="ru-RU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A708F-6834-74A9-1FEB-68D36EE90101}"/>
              </a:ext>
            </a:extLst>
          </p:cNvPr>
          <p:cNvSpPr txBox="1"/>
          <p:nvPr/>
        </p:nvSpPr>
        <p:spPr>
          <a:xfrm rot="1244459">
            <a:off x="-11118740" y="3667471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how</a:t>
            </a:r>
            <a:r>
              <a:rPr lang="ru-RU" sz="7200" dirty="0"/>
              <a:t> </a:t>
            </a:r>
            <a:r>
              <a:rPr lang="ru-RU" sz="7200" dirty="0" err="1"/>
              <a:t>to</a:t>
            </a:r>
            <a:r>
              <a:rPr lang="ru-RU" sz="7200" dirty="0"/>
              <a:t> </a:t>
            </a:r>
            <a:r>
              <a:rPr lang="ru-RU" sz="7200" dirty="0" err="1"/>
              <a:t>cook</a:t>
            </a:r>
            <a:r>
              <a:rPr lang="ru-RU" sz="7200" dirty="0"/>
              <a:t> a </a:t>
            </a:r>
            <a:r>
              <a:rPr lang="ru-RU" sz="7200" dirty="0" err="1"/>
              <a:t>pizza</a:t>
            </a:r>
            <a:r>
              <a:rPr lang="ru-RU" sz="7200" dirty="0"/>
              <a:t>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35A50C-8FCF-D056-632A-FAC2C666F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6019">
            <a:off x="-7813559" y="309076"/>
            <a:ext cx="6978970" cy="488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21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80234-7DD3-EDF8-BFA2-975201DCA596}"/>
              </a:ext>
            </a:extLst>
          </p:cNvPr>
          <p:cNvSpPr txBox="1"/>
          <p:nvPr/>
        </p:nvSpPr>
        <p:spPr>
          <a:xfrm rot="1244459">
            <a:off x="1772216" y="4433897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how</a:t>
            </a:r>
            <a:r>
              <a:rPr lang="ru-RU" sz="7200" dirty="0"/>
              <a:t> </a:t>
            </a:r>
            <a:r>
              <a:rPr lang="ru-RU" sz="7200" dirty="0" err="1"/>
              <a:t>to</a:t>
            </a:r>
            <a:r>
              <a:rPr lang="ru-RU" sz="7200" dirty="0"/>
              <a:t> </a:t>
            </a:r>
            <a:r>
              <a:rPr lang="ru-RU" sz="7200" dirty="0" err="1"/>
              <a:t>cook</a:t>
            </a:r>
            <a:r>
              <a:rPr lang="ru-RU" sz="7200" dirty="0"/>
              <a:t> a </a:t>
            </a:r>
            <a:r>
              <a:rPr lang="ru-RU" sz="7200" dirty="0" err="1"/>
              <a:t>pizza</a:t>
            </a:r>
            <a:r>
              <a:rPr lang="ru-RU" sz="7200" dirty="0"/>
              <a:t>?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D42B69-1161-2EBF-CAE9-800347C70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6019">
            <a:off x="5077397" y="1075502"/>
            <a:ext cx="6978970" cy="48805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1EA892-CC3A-5506-046B-8E11F12863A1}"/>
              </a:ext>
            </a:extLst>
          </p:cNvPr>
          <p:cNvSpPr txBox="1"/>
          <p:nvPr/>
        </p:nvSpPr>
        <p:spPr>
          <a:xfrm>
            <a:off x="12299889" y="386283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Why</a:t>
            </a:r>
            <a:r>
              <a:rPr lang="ru-RU" sz="7200" dirty="0"/>
              <a:t> </a:t>
            </a:r>
            <a:r>
              <a:rPr lang="ru-RU" sz="7200" dirty="0" err="1"/>
              <a:t>do</a:t>
            </a:r>
            <a:r>
              <a:rPr lang="ru-RU" sz="7200" dirty="0"/>
              <a:t> I </a:t>
            </a:r>
            <a:r>
              <a:rPr lang="ru-RU" sz="7200" dirty="0" err="1"/>
              <a:t>like</a:t>
            </a:r>
            <a:r>
              <a:rPr lang="ru-RU" sz="7200" dirty="0"/>
              <a:t> </a:t>
            </a:r>
            <a:r>
              <a:rPr lang="ru-RU" sz="7200" dirty="0" err="1"/>
              <a:t>this</a:t>
            </a:r>
            <a:r>
              <a:rPr lang="ru-RU" sz="7200" dirty="0"/>
              <a:t> </a:t>
            </a:r>
            <a:r>
              <a:rPr lang="ru-RU" sz="7200" dirty="0" err="1"/>
              <a:t>dish</a:t>
            </a:r>
            <a:r>
              <a:rPr lang="ru-RU" sz="7200" dirty="0"/>
              <a:t>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A5D1FF-3EFC-DE0A-B596-F926C43CE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85425" y="882739"/>
            <a:ext cx="1865376" cy="13990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68BDEA-2368-81FB-FBB2-ABA312724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9687" y="516912"/>
            <a:ext cx="4861560" cy="24499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20CCC1-1DE4-0A68-F1BF-8ED97FBD53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25467" y="743394"/>
            <a:ext cx="3810000" cy="2857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ACBB4-5E0B-81BB-46BE-5653C4F8F8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01299" y="3710522"/>
            <a:ext cx="4762500" cy="28575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429313-CA9F-6ABC-C609-F3B2CDBEEC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81725" y="3600894"/>
            <a:ext cx="2956560" cy="2956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1EB012-4658-6EE6-7033-EB115BA59ECB}"/>
              </a:ext>
            </a:extLst>
          </p:cNvPr>
          <p:cNvSpPr txBox="1"/>
          <p:nvPr/>
        </p:nvSpPr>
        <p:spPr>
          <a:xfrm>
            <a:off x="-10601299" y="2782244"/>
            <a:ext cx="655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dough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4258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B2F287-7053-1B6A-B2D3-2371B5F1A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03" y="601218"/>
            <a:ext cx="1865376" cy="13990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10FF04-606C-CAFF-5514-53A59819B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841" y="235391"/>
            <a:ext cx="4861560" cy="24499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9C4BA0-FFAC-0493-AD52-30FD92434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061" y="461873"/>
            <a:ext cx="3810000" cy="28575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99EE8B8-6D66-C7EE-7BEF-006A5B3CE3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29" y="3429001"/>
            <a:ext cx="4762500" cy="2857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A6B0AA5-BCA2-DFAF-C704-851A340CE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803" y="3319373"/>
            <a:ext cx="2956560" cy="29565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FE0F27-5D6D-B1E1-1AD1-4ACAD73882ED}"/>
              </a:ext>
            </a:extLst>
          </p:cNvPr>
          <p:cNvSpPr txBox="1"/>
          <p:nvPr/>
        </p:nvSpPr>
        <p:spPr>
          <a:xfrm>
            <a:off x="1133229" y="2500723"/>
            <a:ext cx="655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dough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59CA27-4406-90FA-DED4-C8FC93F6484B}"/>
              </a:ext>
            </a:extLst>
          </p:cNvPr>
          <p:cNvSpPr txBox="1"/>
          <p:nvPr/>
        </p:nvSpPr>
        <p:spPr>
          <a:xfrm rot="1244459">
            <a:off x="12293875" y="4347112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dirty="0" err="1"/>
              <a:t>how</a:t>
            </a:r>
            <a:r>
              <a:rPr lang="ru-RU" sz="7200" dirty="0"/>
              <a:t> </a:t>
            </a:r>
            <a:r>
              <a:rPr lang="ru-RU" sz="7200" dirty="0" err="1"/>
              <a:t>to</a:t>
            </a:r>
            <a:r>
              <a:rPr lang="ru-RU" sz="7200" dirty="0"/>
              <a:t> </a:t>
            </a:r>
            <a:r>
              <a:rPr lang="ru-RU" sz="7200" dirty="0" err="1"/>
              <a:t>cook</a:t>
            </a:r>
            <a:r>
              <a:rPr lang="ru-RU" sz="7200" dirty="0"/>
              <a:t> a </a:t>
            </a:r>
            <a:r>
              <a:rPr lang="ru-RU" sz="7200" dirty="0" err="1"/>
              <a:t>pizza</a:t>
            </a:r>
            <a:r>
              <a:rPr lang="ru-RU" sz="7200" dirty="0"/>
              <a:t>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DD804B-8307-707C-3AD9-D02BB35D90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56019">
            <a:off x="15599056" y="988717"/>
            <a:ext cx="6978970" cy="48805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131FD5-D2C9-2E87-B655-B8592D4632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07550" y="0"/>
            <a:ext cx="4000500" cy="342159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094A46-C4F9-BBA4-2226-1B229BE27D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73047" y="4273143"/>
            <a:ext cx="2771775" cy="16478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BF9D6E-93CD-3F64-3229-C7424DA9DF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2121" y="2928704"/>
            <a:ext cx="2562909" cy="314155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02BAD7A-0B2C-5D90-D9A5-140697F61C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6199" y="190124"/>
            <a:ext cx="1934424" cy="1937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695BF8-DA17-5386-6CDD-92B3E297CB7C}"/>
              </a:ext>
            </a:extLst>
          </p:cNvPr>
          <p:cNvSpPr txBox="1"/>
          <p:nvPr/>
        </p:nvSpPr>
        <p:spPr>
          <a:xfrm>
            <a:off x="-4884006" y="1158845"/>
            <a:ext cx="2214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pizza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20831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AB25C6-F393-81E5-E001-D36488F5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58" y="233172"/>
            <a:ext cx="4000500" cy="34215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13089A-B475-ECED-EDD5-29DFB487C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061" y="4506315"/>
            <a:ext cx="2771775" cy="16478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953C5D-F4CD-236B-2A48-6A57870D4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987" y="3161876"/>
            <a:ext cx="2562909" cy="31415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36856B-B22F-3EC3-5F42-32A8A64193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909" y="423296"/>
            <a:ext cx="1934424" cy="19374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C58B07-6E16-621D-EA62-7D4F8590003D}"/>
              </a:ext>
            </a:extLst>
          </p:cNvPr>
          <p:cNvSpPr txBox="1"/>
          <p:nvPr/>
        </p:nvSpPr>
        <p:spPr>
          <a:xfrm>
            <a:off x="5821102" y="1392017"/>
            <a:ext cx="2214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pizza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F44B14-751F-FC86-4D99-6AC1679DB7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325" y="468857"/>
            <a:ext cx="1865376" cy="139903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986BA7-8C9C-C187-2614-D178419830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063" y="103030"/>
            <a:ext cx="4861560" cy="24499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06D3D8-8F9B-9D20-DF11-2C7C704A4E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7283" y="329512"/>
            <a:ext cx="3810000" cy="28575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FE0719-A51B-EBD9-4DCB-C1ED4E1B83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1451" y="3296640"/>
            <a:ext cx="4762500" cy="2857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0DA732-83A6-CB56-1D55-9E476BF651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1025" y="3187012"/>
            <a:ext cx="2956560" cy="2956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8B8F8C-EC89-03E5-4522-4A0F7244AB7B}"/>
              </a:ext>
            </a:extLst>
          </p:cNvPr>
          <p:cNvSpPr txBox="1"/>
          <p:nvPr/>
        </p:nvSpPr>
        <p:spPr>
          <a:xfrm>
            <a:off x="12571451" y="2368362"/>
            <a:ext cx="655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dough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447482-339F-AD82-1FFE-00395DE6FF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9679" y="103030"/>
            <a:ext cx="5715000" cy="571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C159E9-DD41-ED56-6745-2C34EF4995C0}"/>
              </a:ext>
            </a:extLst>
          </p:cNvPr>
          <p:cNvSpPr txBox="1"/>
          <p:nvPr/>
        </p:nvSpPr>
        <p:spPr>
          <a:xfrm>
            <a:off x="-10498463" y="994595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/>
              <a:t>The </a:t>
            </a:r>
            <a:r>
              <a:rPr lang="ru-RU" sz="4800" dirty="0" err="1"/>
              <a:t>pizza</a:t>
            </a:r>
            <a:r>
              <a:rPr lang="ru-RU" sz="4800" dirty="0"/>
              <a:t> </a:t>
            </a:r>
            <a:r>
              <a:rPr lang="ru-RU" sz="4800" dirty="0" err="1"/>
              <a:t>is</a:t>
            </a:r>
            <a:r>
              <a:rPr lang="ru-RU" sz="4800" dirty="0"/>
              <a:t> </a:t>
            </a:r>
            <a:r>
              <a:rPr lang="ru-RU" sz="4800" dirty="0" err="1"/>
              <a:t>ready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475116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57A869-8A60-76F0-2765-01B8F9D38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477" y="73559"/>
            <a:ext cx="5715000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C3327E-D8DA-8E79-0DD6-14BFB7A2CD15}"/>
              </a:ext>
            </a:extLst>
          </p:cNvPr>
          <p:cNvSpPr txBox="1"/>
          <p:nvPr/>
        </p:nvSpPr>
        <p:spPr>
          <a:xfrm>
            <a:off x="667693" y="965124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/>
              <a:t>The </a:t>
            </a:r>
            <a:r>
              <a:rPr lang="ru-RU" sz="4800" dirty="0" err="1"/>
              <a:t>pizza</a:t>
            </a:r>
            <a:r>
              <a:rPr lang="ru-RU" sz="4800" dirty="0"/>
              <a:t> </a:t>
            </a:r>
            <a:r>
              <a:rPr lang="ru-RU" sz="4800" dirty="0" err="1"/>
              <a:t>is</a:t>
            </a:r>
            <a:r>
              <a:rPr lang="ru-RU" sz="4800" dirty="0"/>
              <a:t> </a:t>
            </a:r>
            <a:r>
              <a:rPr lang="ru-RU" sz="4800" dirty="0" err="1"/>
              <a:t>ready</a:t>
            </a:r>
            <a:endParaRPr lang="ru-RU" sz="4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596792-188D-8E58-1905-0714863BC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9054" y="279271"/>
            <a:ext cx="4000500" cy="342159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1BADB-DF38-C1F1-C83F-45FF912AB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3557" y="4552414"/>
            <a:ext cx="2771775" cy="16478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ADAD5B-D242-6AE9-BF45-D3886AE7AD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4483" y="3207975"/>
            <a:ext cx="2562909" cy="31415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F955BB-22E7-C0FC-C773-AE996FEB96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0405" y="469395"/>
            <a:ext cx="1934424" cy="1937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8589CC-1587-0133-4C19-AD874331DC70}"/>
              </a:ext>
            </a:extLst>
          </p:cNvPr>
          <p:cNvSpPr txBox="1"/>
          <p:nvPr/>
        </p:nvSpPr>
        <p:spPr>
          <a:xfrm>
            <a:off x="16892598" y="1438116"/>
            <a:ext cx="2214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ingredients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pizza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75096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80</TotalTime>
  <Words>95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Corbel</vt:lpstr>
      <vt:lpstr>Gill Sans MT</vt:lpstr>
      <vt:lpstr>Impact</vt:lpstr>
      <vt:lpstr>Эмблема</vt:lpstr>
      <vt:lpstr>My favorite dish</vt:lpstr>
      <vt:lpstr>My favorite dish</vt:lpstr>
      <vt:lpstr>My favorite dish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favorite dish</dc:title>
  <dc:creator>Z0nik2 |</dc:creator>
  <cp:lastModifiedBy>Z0nik2 |</cp:lastModifiedBy>
  <cp:revision>3</cp:revision>
  <dcterms:created xsi:type="dcterms:W3CDTF">2024-05-01T08:03:39Z</dcterms:created>
  <dcterms:modified xsi:type="dcterms:W3CDTF">2024-06-07T02:18:42Z</dcterms:modified>
</cp:coreProperties>
</file>