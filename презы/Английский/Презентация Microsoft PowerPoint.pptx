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  <p:sldId id="260" r:id="rId5"/>
    <p:sldId id="261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4AFC0-FF5E-AA3A-3436-43681B17B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98F70E-15E9-7ACF-5EA6-5CD49E89F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E79B7E-D1D6-344F-6D80-9BE87FB4F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E264C-66C5-4FE9-9088-7A29A4A8A5EB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4EAA4D-D0E6-E3E8-6C5B-720C94E62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6914A5-FADA-FE5D-8DD5-8E3B1CBBD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440C1-2807-4AC7-A1A8-32CF86A38B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896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5ED8B-8DD3-DB6C-4CF6-25ED51CC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0CBD22-2FF3-F538-399E-A262CF234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CA85AE-D05E-13DB-BCCF-30FA62B7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E264C-66C5-4FE9-9088-7A29A4A8A5EB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67B8F4-4EA2-04AE-6B61-EBE77ECE3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5C1170-1462-01FC-D123-A139982D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440C1-2807-4AC7-A1A8-32CF86A38B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442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BDFC0-3834-7CC8-04AD-A6D593275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E22A6A-6515-B522-4CB5-4B705628F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04D6B0-7175-5B4C-0FDA-8557A2D0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E264C-66C5-4FE9-9088-7A29A4A8A5EB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EAE934-2F0D-278D-5F02-B57971F24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9DB189-7AEF-5FDA-3E76-95DE797A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440C1-2807-4AC7-A1A8-32CF86A38B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09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59A6A-77E7-FE94-3638-64B9A29DC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F508FF-6CF3-2049-3A24-ACBF8C77D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8FCE04-BE04-BBF5-BE3B-789F1DB8E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2435B0-827C-4F26-866D-05EA38725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E264C-66C5-4FE9-9088-7A29A4A8A5EB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D8D93B-73DF-70FF-B60D-6CC6EF38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1EBB0A-4222-F602-79D8-FC8F9524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440C1-2807-4AC7-A1A8-32CF86A38B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30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B8884-C9F1-D559-5F2B-74ED0F0E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C9E805-B675-0A5B-95B2-FC9C5DC38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DEEFB1-1704-04C8-D1A1-2AEF1B9EA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101DFF-4A78-2793-DBFB-A820773F5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80F9D1-92CD-F860-D6C7-6E6D7B78DE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588715B-02A4-8665-7A68-7D35227D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E264C-66C5-4FE9-9088-7A29A4A8A5EB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D5FB33C-4A41-F6DA-DD8C-8CD1CBED6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41CC302-D338-DA63-2EA7-C624DDC8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440C1-2807-4AC7-A1A8-32CF86A38B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862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4B2A0-AC25-AB3A-D924-81059D53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E4AEDC-D808-1976-E84D-25C7CED13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E264C-66C5-4FE9-9088-7A29A4A8A5EB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E5DA4E-5A04-5718-7917-4892ED98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52D90AC-FACB-B88D-A8C5-983960BF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440C1-2807-4AC7-A1A8-32CF86A38B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00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562B782-3663-FFE4-A8CC-ED1DD3DA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E264C-66C5-4FE9-9088-7A29A4A8A5EB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7D32E4D-9B10-F290-6DE4-69A0C0788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C005B3-05C9-4F00-01AD-E4AAE7EA2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440C1-2807-4AC7-A1A8-32CF86A38B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56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E0470B-B892-04F5-0DD3-33E196096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9F8CA3-CE19-DB9C-D6DA-7860E8057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E70EE1-7B45-0116-BB5C-43A853D96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960294-F3F2-428D-4BDE-B8E1D907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E264C-66C5-4FE9-9088-7A29A4A8A5EB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6AC411-5036-EE65-1410-6AEBF1135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B57CD1-E163-D9AB-0716-BEF4446E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440C1-2807-4AC7-A1A8-32CF86A38B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152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BEB83-D5F5-7D56-F0E0-D7914CB6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8C91C4-05C7-4228-16FE-5767E12E5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BE80F3-EC1A-3E7D-1565-AAEE3DBF3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C1D7AB-473A-4AFA-7848-A4B4A27E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E264C-66C5-4FE9-9088-7A29A4A8A5EB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F60997-B5C4-5709-F281-94219D77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A50648-7591-EF84-C0F4-EA209EF6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440C1-2807-4AC7-A1A8-32CF86A38B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53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EA9C2E-5289-431A-6756-3E21216C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43A9B2-4F17-0E90-8A51-56C7EB144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E686EA-A7CD-33E1-0A5E-E6C4CC0C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E264C-66C5-4FE9-9088-7A29A4A8A5EB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6D8761-D406-C0F3-4988-F6F86F825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F7D746-D22C-20A6-80BD-B3963B14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440C1-2807-4AC7-A1A8-32CF86A38B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328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559D284-4E74-5F9F-E76D-76FCD6966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38B6A3-C486-ED94-F1D2-593CE9B1B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490BDC-9119-203F-932A-20C8D6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E264C-66C5-4FE9-9088-7A29A4A8A5EB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157D97-9AE4-2974-2B10-B49A7F6F7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11E708-DA6B-1366-51DD-7834D433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440C1-2807-4AC7-A1A8-32CF86A38B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78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EB827-E91C-F18E-7B21-5FECA113E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7A3213-D72A-9AB4-F3B7-20913B2BA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A23C4A-7588-E8D2-1B84-80AD62C3B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E264C-66C5-4FE9-9088-7A29A4A8A5EB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69C56-7F64-30C5-6435-2C862592D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10D035-9BBE-4EB8-E645-87BE3DFB4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440C1-2807-4AC7-A1A8-32CF86A38B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04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4BABCF-D1C0-FA69-B30C-38824B5D6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17" y="199177"/>
            <a:ext cx="9306963" cy="54049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A71403-B120-AF36-FC37-3640B07A138A}"/>
              </a:ext>
            </a:extLst>
          </p:cNvPr>
          <p:cNvSpPr txBox="1"/>
          <p:nvPr/>
        </p:nvSpPr>
        <p:spPr>
          <a:xfrm>
            <a:off x="9641942" y="2828835"/>
            <a:ext cx="28480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YouTube </a:t>
            </a:r>
            <a:r>
              <a:rPr lang="ru-RU" dirty="0" err="1"/>
              <a:t>was</a:t>
            </a:r>
            <a:r>
              <a:rPr lang="ru-RU" dirty="0"/>
              <a:t> </a:t>
            </a:r>
            <a:r>
              <a:rPr lang="ru-RU" dirty="0" err="1"/>
              <a:t>created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fifth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March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Steve</a:t>
            </a:r>
            <a:r>
              <a:rPr lang="ru-RU" dirty="0"/>
              <a:t> </a:t>
            </a:r>
            <a:r>
              <a:rPr lang="ru-RU" dirty="0" err="1"/>
              <a:t>Chen</a:t>
            </a:r>
            <a:r>
              <a:rPr lang="ru-RU" dirty="0"/>
              <a:t>, </a:t>
            </a:r>
            <a:r>
              <a:rPr lang="ru-RU" dirty="0" err="1"/>
              <a:t>Chad</a:t>
            </a:r>
            <a:r>
              <a:rPr lang="ru-RU" dirty="0"/>
              <a:t> </a:t>
            </a:r>
            <a:r>
              <a:rPr lang="ru-RU" dirty="0" err="1"/>
              <a:t>Herdley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David </a:t>
            </a:r>
            <a:r>
              <a:rPr lang="ru-RU" dirty="0" err="1"/>
              <a:t>Karim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4633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F8C1FF-6B2E-D378-1EBE-8F0D5BD157CF}"/>
              </a:ext>
            </a:extLst>
          </p:cNvPr>
          <p:cNvSpPr txBox="1"/>
          <p:nvPr/>
        </p:nvSpPr>
        <p:spPr>
          <a:xfrm>
            <a:off x="4438084" y="6179921"/>
            <a:ext cx="33158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5 </a:t>
            </a:r>
            <a:r>
              <a:rPr lang="ru-RU" dirty="0" err="1"/>
              <a:t>interesting</a:t>
            </a:r>
            <a:r>
              <a:rPr lang="ru-RU" dirty="0"/>
              <a:t> </a:t>
            </a:r>
            <a:r>
              <a:rPr lang="ru-RU" dirty="0" err="1"/>
              <a:t>facts</a:t>
            </a:r>
            <a:r>
              <a:rPr lang="ru-RU" dirty="0"/>
              <a:t> </a:t>
            </a:r>
            <a:r>
              <a:rPr lang="ru-RU" dirty="0" err="1"/>
              <a:t>about</a:t>
            </a:r>
            <a:r>
              <a:rPr lang="ru-RU" dirty="0"/>
              <a:t> YouTube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C1EC03-D1DD-D1DE-FA43-1CA50C3E9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7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54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FB2803-76CF-CEF0-85ED-451F5A18C343}"/>
              </a:ext>
            </a:extLst>
          </p:cNvPr>
          <p:cNvSpPr txBox="1"/>
          <p:nvPr/>
        </p:nvSpPr>
        <p:spPr>
          <a:xfrm>
            <a:off x="3863566" y="5781567"/>
            <a:ext cx="3976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1. YouTube </a:t>
            </a:r>
            <a:r>
              <a:rPr lang="ru-RU" dirty="0" err="1"/>
              <a:t>was</a:t>
            </a:r>
            <a:r>
              <a:rPr lang="ru-RU" dirty="0"/>
              <a:t> </a:t>
            </a:r>
            <a:r>
              <a:rPr lang="ru-RU" dirty="0" err="1"/>
              <a:t>planned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a </a:t>
            </a:r>
            <a:r>
              <a:rPr lang="ru-RU" dirty="0" err="1"/>
              <a:t>dating</a:t>
            </a:r>
            <a:r>
              <a:rPr lang="ru-RU" dirty="0"/>
              <a:t> </a:t>
            </a:r>
            <a:r>
              <a:rPr lang="ru-RU" dirty="0" err="1"/>
              <a:t>site</a:t>
            </a:r>
            <a:r>
              <a:rPr lang="ru-RU" dirty="0"/>
              <a:t>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84A2437-94F7-636B-F7DF-850987BD3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696" y="442205"/>
            <a:ext cx="7610475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067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6266F8-EA64-A49D-5AA9-4FBB27F4D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91" y="72428"/>
            <a:ext cx="11051080" cy="60386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7DF828-283E-F14A-2152-2B2E10988ECF}"/>
              </a:ext>
            </a:extLst>
          </p:cNvPr>
          <p:cNvSpPr txBox="1"/>
          <p:nvPr/>
        </p:nvSpPr>
        <p:spPr>
          <a:xfrm>
            <a:off x="1723176" y="6056768"/>
            <a:ext cx="874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2. The </a:t>
            </a:r>
            <a:r>
              <a:rPr lang="ru-RU" dirty="0" err="1"/>
              <a:t>very</a:t>
            </a:r>
            <a:r>
              <a:rPr lang="ru-RU" dirty="0"/>
              <a:t> </a:t>
            </a:r>
            <a:r>
              <a:rPr lang="ru-RU" dirty="0" err="1"/>
              <a:t>first</a:t>
            </a:r>
            <a:r>
              <a:rPr lang="ru-RU" dirty="0"/>
              <a:t> </a:t>
            </a:r>
            <a:r>
              <a:rPr lang="ru-RU" dirty="0" err="1"/>
              <a:t>video</a:t>
            </a:r>
            <a:r>
              <a:rPr lang="ru-RU" dirty="0"/>
              <a:t>, </a:t>
            </a:r>
            <a:r>
              <a:rPr lang="ru-RU" dirty="0" err="1"/>
              <a:t>which</a:t>
            </a:r>
            <a:r>
              <a:rPr lang="ru-RU" dirty="0"/>
              <a:t> </a:t>
            </a:r>
            <a:r>
              <a:rPr lang="ru-RU" dirty="0" err="1"/>
              <a:t>garnered</a:t>
            </a:r>
            <a:r>
              <a:rPr lang="ru-RU" dirty="0"/>
              <a:t> 1 </a:t>
            </a:r>
            <a:r>
              <a:rPr lang="ru-RU" dirty="0" err="1"/>
              <a:t>million</a:t>
            </a:r>
            <a:r>
              <a:rPr lang="ru-RU" dirty="0"/>
              <a:t> </a:t>
            </a:r>
            <a:r>
              <a:rPr lang="ru-RU" dirty="0" err="1"/>
              <a:t>views</a:t>
            </a:r>
            <a:r>
              <a:rPr lang="ru-RU" dirty="0"/>
              <a:t>, </a:t>
            </a:r>
            <a:r>
              <a:rPr lang="ru-RU" dirty="0" err="1"/>
              <a:t>was</a:t>
            </a:r>
            <a:r>
              <a:rPr lang="ru-RU" dirty="0"/>
              <a:t> a </a:t>
            </a:r>
            <a:r>
              <a:rPr lang="ru-RU" dirty="0" err="1"/>
              <a:t>video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Nike </a:t>
            </a:r>
            <a:r>
              <a:rPr lang="ru-RU" dirty="0" err="1"/>
              <a:t>campaign</a:t>
            </a:r>
            <a:r>
              <a:rPr lang="ru-RU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77B44A-686D-ADA8-73FB-DBB26BD73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3392" y="5275907"/>
            <a:ext cx="1838608" cy="156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552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54A255-06C0-4B7A-64C8-8CDA846BD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86" y="664002"/>
            <a:ext cx="5756496" cy="386818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E8A23B-8AAF-7362-2448-F3D8F3CE8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616" y="733331"/>
            <a:ext cx="1702806" cy="16160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CEC143-D0E6-70F7-F7AC-9D82F060B74F}"/>
              </a:ext>
            </a:extLst>
          </p:cNvPr>
          <p:cNvSpPr txBox="1"/>
          <p:nvPr/>
        </p:nvSpPr>
        <p:spPr>
          <a:xfrm>
            <a:off x="3756434" y="5399153"/>
            <a:ext cx="6133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3. The </a:t>
            </a:r>
            <a:r>
              <a:rPr lang="ru-RU" dirty="0" err="1"/>
              <a:t>longest</a:t>
            </a:r>
            <a:r>
              <a:rPr lang="ru-RU" dirty="0"/>
              <a:t> </a:t>
            </a:r>
            <a:r>
              <a:rPr lang="ru-RU" dirty="0" err="1"/>
              <a:t>video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YouTube </a:t>
            </a:r>
            <a:r>
              <a:rPr lang="ru-RU" dirty="0" err="1"/>
              <a:t>lasts</a:t>
            </a:r>
            <a:r>
              <a:rPr lang="ru-RU" dirty="0"/>
              <a:t> 24 </a:t>
            </a:r>
            <a:r>
              <a:rPr lang="ru-RU" dirty="0" err="1"/>
              <a:t>days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4062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718F6A-3061-47DE-5335-42C09B53E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87" y="173194"/>
            <a:ext cx="9525000" cy="5895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2F80FB-472A-2D32-A778-40C81DC1BF7D}"/>
              </a:ext>
            </a:extLst>
          </p:cNvPr>
          <p:cNvSpPr txBox="1"/>
          <p:nvPr/>
        </p:nvSpPr>
        <p:spPr>
          <a:xfrm>
            <a:off x="2749990" y="6069169"/>
            <a:ext cx="86121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4. In China, YouTube </a:t>
            </a:r>
            <a:r>
              <a:rPr lang="ru-RU" dirty="0" err="1"/>
              <a:t>has</a:t>
            </a:r>
            <a:r>
              <a:rPr lang="ru-RU" dirty="0"/>
              <a:t> </a:t>
            </a:r>
            <a:r>
              <a:rPr lang="ru-RU" dirty="0" err="1"/>
              <a:t>been</a:t>
            </a:r>
            <a:r>
              <a:rPr lang="ru-RU" dirty="0"/>
              <a:t> </a:t>
            </a:r>
            <a:r>
              <a:rPr lang="ru-RU" dirty="0" err="1"/>
              <a:t>blocked</a:t>
            </a:r>
            <a:r>
              <a:rPr lang="ru-RU" dirty="0"/>
              <a:t> </a:t>
            </a:r>
            <a:r>
              <a:rPr lang="ru-RU" dirty="0" err="1"/>
              <a:t>since</a:t>
            </a:r>
            <a:r>
              <a:rPr lang="ru-RU" dirty="0"/>
              <a:t> </a:t>
            </a:r>
            <a:r>
              <a:rPr lang="ru-RU" dirty="0" err="1"/>
              <a:t>two</a:t>
            </a:r>
            <a:r>
              <a:rPr lang="ru-RU" dirty="0"/>
              <a:t> </a:t>
            </a:r>
            <a:r>
              <a:rPr lang="ru-RU" dirty="0" err="1"/>
              <a:t>thousand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ninth</a:t>
            </a:r>
            <a:r>
              <a:rPr lang="ru-RU" dirty="0"/>
              <a:t> </a:t>
            </a:r>
            <a:r>
              <a:rPr lang="ru-RU" dirty="0" err="1"/>
              <a:t>year</a:t>
            </a:r>
            <a:r>
              <a:rPr lang="ru-RU" dirty="0"/>
              <a:t> </a:t>
            </a:r>
            <a:r>
              <a:rPr lang="ru-RU" dirty="0" err="1"/>
              <a:t>due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conflict</a:t>
            </a:r>
            <a:r>
              <a:rPr lang="ru-RU" dirty="0"/>
              <a:t> </a:t>
            </a:r>
            <a:r>
              <a:rPr lang="ru-RU" dirty="0" err="1"/>
              <a:t>between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Chinese</a:t>
            </a:r>
            <a:r>
              <a:rPr lang="ru-RU" dirty="0"/>
              <a:t> </a:t>
            </a:r>
            <a:r>
              <a:rPr lang="ru-RU" dirty="0" err="1"/>
              <a:t>authorities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YouTube.</a:t>
            </a:r>
          </a:p>
        </p:txBody>
      </p:sp>
    </p:spTree>
    <p:extLst>
      <p:ext uri="{BB962C8B-B14F-4D97-AF65-F5344CB8AC3E}">
        <p14:creationId xmlns:p14="http://schemas.microsoft.com/office/powerpoint/2010/main" val="272287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A06B6E-8797-F6D8-3F12-A5F6124D5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58" y="0"/>
            <a:ext cx="11430000" cy="6429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022A35-2B10-766B-2FAC-6D0F9D9B5CE7}"/>
              </a:ext>
            </a:extLst>
          </p:cNvPr>
          <p:cNvSpPr txBox="1"/>
          <p:nvPr/>
        </p:nvSpPr>
        <p:spPr>
          <a:xfrm>
            <a:off x="142593" y="643505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5. 300 </a:t>
            </a:r>
            <a:r>
              <a:rPr lang="ru-RU" dirty="0" err="1"/>
              <a:t>hours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videos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uploaded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YouTube </a:t>
            </a:r>
            <a:r>
              <a:rPr lang="ru-RU" dirty="0" err="1"/>
              <a:t>every</a:t>
            </a:r>
            <a:r>
              <a:rPr lang="ru-RU" dirty="0"/>
              <a:t> </a:t>
            </a:r>
            <a:r>
              <a:rPr lang="ru-RU" dirty="0" err="1"/>
              <a:t>minute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A64CD51-EF17-CBE9-EA8F-62F4A2BA5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8216" y="53614"/>
            <a:ext cx="1714878" cy="110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83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CB90AE-B723-38DF-00C7-F7A959E03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64" y="0"/>
            <a:ext cx="1119167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E6DB01-95AB-3F32-F1EC-A01B44A77C3B}"/>
              </a:ext>
            </a:extLst>
          </p:cNvPr>
          <p:cNvSpPr txBox="1"/>
          <p:nvPr/>
        </p:nvSpPr>
        <p:spPr>
          <a:xfrm>
            <a:off x="2059266" y="108642"/>
            <a:ext cx="80734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0" dirty="0" err="1"/>
              <a:t>Thanks</a:t>
            </a:r>
            <a:r>
              <a:rPr lang="ru-RU" sz="6000" dirty="0"/>
              <a:t> </a:t>
            </a:r>
            <a:r>
              <a:rPr lang="ru-RU" sz="6000" dirty="0" err="1"/>
              <a:t>for</a:t>
            </a:r>
            <a:r>
              <a:rPr lang="ru-RU" sz="6000" dirty="0"/>
              <a:t> </a:t>
            </a:r>
            <a:r>
              <a:rPr lang="ru-RU" sz="6000" dirty="0" err="1"/>
              <a:t>your</a:t>
            </a:r>
            <a:r>
              <a:rPr lang="ru-RU" sz="6000" dirty="0"/>
              <a:t> </a:t>
            </a:r>
            <a:r>
              <a:rPr lang="ru-RU" sz="6000" dirty="0" err="1"/>
              <a:t>attention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21015676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106</Words>
  <Application>Microsoft Office PowerPoint</Application>
  <PresentationFormat>Широкоэкранный</PresentationFormat>
  <Paragraphs>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Z0nik2 |</dc:creator>
  <cp:lastModifiedBy>Z0nik2 |</cp:lastModifiedBy>
  <cp:revision>1</cp:revision>
  <dcterms:created xsi:type="dcterms:W3CDTF">2024-02-06T16:47:41Z</dcterms:created>
  <dcterms:modified xsi:type="dcterms:W3CDTF">2024-02-06T17:04:53Z</dcterms:modified>
</cp:coreProperties>
</file>