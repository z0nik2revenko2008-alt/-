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11856-21D7-2610-C4A7-30982CF86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F92DA9-3730-7EC1-3885-F3C40489E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F16BF3-B4EF-1E1E-985D-CFF3E8BF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FE1FBF-16A3-F2EB-266E-9A1507784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CE9C31-5F9B-A55D-FCBD-4D308459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518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19D5C-D650-E723-20F6-6857D91F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707815-3535-79DB-FBA9-8A2E7F2C2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98E81F-0053-2A7B-0D41-23954171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E4A1A2-5EE4-4D7D-C07A-7F551D11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B74B5E-1ECE-0962-77A7-706C98B9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66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EF510-D232-2F56-BDDC-052EA92EF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FCF472-2C02-4A1B-D44F-18C99228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1831C-1AE1-CC91-EA1D-038335E8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8FD2EE-09F3-3EA7-A460-7AC2AF08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409F84-746A-81D6-8F92-82E5955E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7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88C86-7026-A9B5-FA41-4B4CAAB8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B8DDD-C156-78AB-11AE-4B2A9E697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863F78-EB0F-6783-7D8B-27268317E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019276-9359-99E0-CD21-6E006551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4AC1FF-B8AE-38CC-175E-7DC0FDD2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9A080C-5C8C-A8CD-E0BC-7D2F71CB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98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EB08F-97C0-91C9-2800-3F2E0B9A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A845D4-C62B-D91E-95AC-1BDEEB3F8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8CDBD3-6BAC-5A9C-DC8E-5D69F3E51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40A1E2-16FA-DEC6-3DE7-1984A3443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ADAFE6-85E9-FB9D-E926-3BB22EA24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C1E949C-ED6F-398D-A82F-C61F99A0C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CFA3C0-918E-EDCD-A406-1406B350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18C397-A67C-D476-86C0-EB6D30FE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49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3A7BC-3230-0BE9-D0B8-74C72C42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CF5E5D-52B1-73EE-9F93-36C2BAE2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93F565-69A9-472E-6063-56CD845F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8E4C7E-6234-0EA8-960A-54D634E2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40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EF7F159-CA9A-1C17-0F0B-9958C9DB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AD6074E-BF01-13BC-FFEC-22C13A00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F77E73-05B8-FFA0-AE62-D363F6B8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88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074D7-FD6D-466C-6F2D-8A6668B8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A8450-A043-5B29-95C7-FAB6F107C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031AB2-EA10-EF4B-AF42-8231136EB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9A6E42-5DB8-B44D-B771-8A077134E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9F5082-4788-84A3-BD19-4064278A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765F10-DA4E-FCF5-4413-1C656BCD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911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9DF7A-C301-63DD-35D5-DAB02144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862E7E-AA39-F3EA-5F3C-5A72793BD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6D2E03-D08F-5235-F28E-1AF719A20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44FB31-500F-96AE-19F0-6FACC2B3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27344A-1027-E8D6-F0E4-094427E07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501CFE-36E6-9AE5-DB22-B0C8E9ED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57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1C3AC-3A10-4BDE-A4E2-DA34316A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193B2F-E33D-5999-E3DD-6C1766896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1AE899-236C-8594-E297-1F4282F9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EAA6D6-B649-A69D-8377-ACFEF466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E98F57-05AD-63B9-7A5D-4415BF6B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81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5FF1A66-80FA-FFA7-6BF9-CAA4D3D05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FEF216-5F99-2A8F-275D-F2CAFB2AA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E94D1-C318-60FD-9E36-D0B763AC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F7C689-2E38-06BC-62BC-34307096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7C5893-35FC-5740-1959-C245DEAD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08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6EFEB-ACA1-B760-06B3-62D7561D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2B8B60-0BCB-B241-0A18-0DB4732FD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C712AC-8AF9-FDE7-9435-654032FB7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A1DDF-4EA3-46AC-87F1-D347415E9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0063EA-413F-E153-DFA0-0062FDF62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89F0C-AE4E-8E49-C53D-96F0A57F0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B4E2D-C161-41B2-AC6A-FF5489065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32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17A58-BAF1-FFFC-EA00-B18C3F91B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800302"/>
          </a:xfrm>
        </p:spPr>
        <p:txBody>
          <a:bodyPr>
            <a:normAutofit/>
          </a:bodyPr>
          <a:lstStyle/>
          <a:p>
            <a:r>
              <a:rPr lang="en-US" dirty="0"/>
              <a:t>Application for calculating alcohol per specific weight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99B64B-0E0F-A94C-5ADE-BA8E20022422}"/>
              </a:ext>
            </a:extLst>
          </p:cNvPr>
          <p:cNvSpPr/>
          <p:nvPr/>
        </p:nvSpPr>
        <p:spPr>
          <a:xfrm>
            <a:off x="1185463" y="1731077"/>
            <a:ext cx="9821074" cy="31969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800" b="1" i="0" dirty="0" err="1">
                <a:solidFill>
                  <a:schemeClr val="tx1"/>
                </a:solidFill>
                <a:effectLst/>
                <a:latin typeface="Bahnschrift Light Condensed" panose="020B0502040204020203" pitchFamily="34" charset="0"/>
                <a:cs typeface="Arial" panose="020B0604020202020204" pitchFamily="34" charset="0"/>
              </a:rPr>
              <a:t>БухКалькулятор</a:t>
            </a:r>
            <a:r>
              <a:rPr lang="ru-RU" sz="8800" b="0" i="0" dirty="0">
                <a:solidFill>
                  <a:srgbClr val="F8FA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ru-R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94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7D45B-3C8A-2AB0-3093-E031276E0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0" t="-2740" r="28561" b="-783"/>
          <a:stretch/>
        </p:blipFill>
        <p:spPr>
          <a:xfrm>
            <a:off x="3442010" y="1557457"/>
            <a:ext cx="5092389" cy="228971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4FE9EA-2D91-6D1F-CD57-FE2E839AB294}"/>
              </a:ext>
            </a:extLst>
          </p:cNvPr>
          <p:cNvSpPr/>
          <p:nvPr/>
        </p:nvSpPr>
        <p:spPr>
          <a:xfrm>
            <a:off x="3992137" y="3378821"/>
            <a:ext cx="4118517" cy="1572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 Light Condensed" panose="020B0502040204020203" pitchFamily="34" charset="0"/>
              </a:rPr>
              <a:t>This is the logo of our</a:t>
            </a:r>
            <a:r>
              <a:rPr lang="ru-RU" sz="2800" dirty="0">
                <a:latin typeface="Bahnschrift Light Condensed" panose="020B0502040204020203" pitchFamily="34" charset="0"/>
              </a:rPr>
              <a:t> </a:t>
            </a:r>
            <a:r>
              <a:rPr lang="en-US" sz="2800" dirty="0">
                <a:latin typeface="Bahnschrift Light Condensed" panose="020B0502040204020203" pitchFamily="34" charset="0"/>
              </a:rPr>
              <a:t>“</a:t>
            </a:r>
            <a:r>
              <a:rPr lang="ru-RU" sz="2800" dirty="0" err="1">
                <a:latin typeface="Bahnschrift Light Condensed" panose="020B0502040204020203" pitchFamily="34" charset="0"/>
              </a:rPr>
              <a:t>БухКалькулятор</a:t>
            </a:r>
            <a:r>
              <a:rPr lang="en-US" sz="2800" dirty="0">
                <a:latin typeface="Bahnschrift Light Condensed" panose="020B0502040204020203" pitchFamily="34" charset="0"/>
              </a:rPr>
              <a:t>”</a:t>
            </a:r>
            <a:endParaRPr lang="ru-RU" sz="28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817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0D416D9-D413-F583-4B78-6F2A5BB2A029}"/>
              </a:ext>
            </a:extLst>
          </p:cNvPr>
          <p:cNvSpPr/>
          <p:nvPr/>
        </p:nvSpPr>
        <p:spPr>
          <a:xfrm>
            <a:off x="2029522" y="572430"/>
            <a:ext cx="8132956" cy="8326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Our app is designed for all age groups in Russia from 11 to 125 years old</a:t>
            </a:r>
            <a:endParaRPr lang="ru-RU" sz="2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D470C0B-542E-BC09-BE33-F9E71AE10B95}"/>
              </a:ext>
            </a:extLst>
          </p:cNvPr>
          <p:cNvSpPr/>
          <p:nvPr/>
        </p:nvSpPr>
        <p:spPr>
          <a:xfrm>
            <a:off x="996176" y="5434362"/>
            <a:ext cx="10199648" cy="11076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Arial Narrow" panose="020B0606020202030204" pitchFamily="34" charset="0"/>
              </a:rPr>
              <a:t>You don't want to be a pig? Count the alcohol</a:t>
            </a:r>
            <a:endParaRPr lang="ru-RU" sz="4000" dirty="0">
              <a:latin typeface="Arial Narrow" panose="020B0606020202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E2F036-1F8B-4A73-2BB9-8BB90365D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349" y="1406912"/>
            <a:ext cx="7197301" cy="404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00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3BFE23F-9DF0-5433-F7B3-F4270C8C7D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1.  Main functions</a:t>
            </a: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🔢 Dosage calculator - how much you can drink without getting drunk (or as drunk as you need to be).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⏱️ Alcohol Withdrawal Timer - how long before you can drive or go to work.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📊 Intoxication/sobriety graph - visualization of how alcohol is eliminated from the body.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2. Fun and practical chips</a:t>
            </a: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🎲 “Excuse Generator” - if you've had too much to drink, the app will come up with a plausible reason why you're not at work/study.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🤪 “Sobriety Test” - mini-games (like “get your finger in your nose” or “say a cursive”) to test how drunk you are.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🍻 “Alco-quiz” - a quiz with questions that are difficult to solve when you're drunk (a test of adequacy).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3. Social and safety features</a:t>
            </a: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🚗 “Call a cab” - integration with services if the app sees you're not fit to drive.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📱 “Emergency contact” - sending a notification to a friend if the user is “over the limit”.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🗺️ “Where is the morning waiting for me?” - The ability to write down the party's address so you don't have to search for “where am I even” later.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4. Personalization</a:t>
            </a: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🎭 “Daily Mode” - calculating how alcohol will affect sleep, gym or morning plans.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🍷 “Cocktail for your weight” - drink recommendations and safe doses.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📉 “Personal Alcohol Assistant” - analyzing habits and tips on how to drink less.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5. For special occasions</a:t>
            </a: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🎉 “Holiday Mode” - calculation of alcohol per company (how many bottles to take for N guests).</a:t>
            </a:r>
          </a:p>
          <a:p>
            <a:pPr algn="ctr"/>
            <a:endParaRPr lang="en-US" sz="1200" dirty="0">
              <a:latin typeface="Bahnschrift Light Condensed" panose="020B0502040204020203" pitchFamily="34" charset="0"/>
            </a:endParaRPr>
          </a:p>
          <a:p>
            <a:pPr algn="ctr"/>
            <a:r>
              <a:rPr lang="en-US" sz="1200" dirty="0">
                <a:latin typeface="Bahnschrift Light Condensed" panose="020B0502040204020203" pitchFamily="34" charset="0"/>
              </a:rPr>
              <a:t>🍔 “</a:t>
            </a:r>
            <a:r>
              <a:rPr lang="en-US" sz="1200" dirty="0" err="1">
                <a:latin typeface="Bahnschrift Light Condensed" panose="020B0502040204020203" pitchFamily="34" charset="0"/>
              </a:rPr>
              <a:t>Snackometer</a:t>
            </a:r>
            <a:r>
              <a:rPr lang="en-US" sz="1200" dirty="0">
                <a:latin typeface="Bahnschrift Light Condensed" panose="020B0502040204020203" pitchFamily="34" charset="0"/>
              </a:rPr>
              <a:t>” - what is the best snack to get less drunk.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9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2FC008-3B2C-F2DF-8C11-0D789558E970}"/>
              </a:ext>
            </a:extLst>
          </p:cNvPr>
          <p:cNvSpPr txBox="1"/>
          <p:nvPr/>
        </p:nvSpPr>
        <p:spPr>
          <a:xfrm>
            <a:off x="3048000" y="406766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dirty="0" err="1">
                <a:latin typeface="Bahnschrift" panose="020B0502040204020203" pitchFamily="34" charset="0"/>
              </a:rPr>
              <a:t>Thank</a:t>
            </a:r>
            <a:r>
              <a:rPr lang="ru-RU" sz="5400" dirty="0">
                <a:latin typeface="Bahnschrift" panose="020B0502040204020203" pitchFamily="34" charset="0"/>
              </a:rPr>
              <a:t> </a:t>
            </a:r>
            <a:r>
              <a:rPr lang="ru-RU" sz="5400" dirty="0" err="1">
                <a:latin typeface="Bahnschrift" panose="020B0502040204020203" pitchFamily="34" charset="0"/>
              </a:rPr>
              <a:t>you</a:t>
            </a:r>
            <a:r>
              <a:rPr lang="ru-RU" sz="5400" dirty="0">
                <a:latin typeface="Bahnschrift" panose="020B0502040204020203" pitchFamily="34" charset="0"/>
              </a:rPr>
              <a:t> </a:t>
            </a:r>
            <a:r>
              <a:rPr lang="ru-RU" sz="5400" dirty="0" err="1">
                <a:latin typeface="Bahnschrift" panose="020B0502040204020203" pitchFamily="34" charset="0"/>
              </a:rPr>
              <a:t>for</a:t>
            </a:r>
            <a:r>
              <a:rPr lang="ru-RU" sz="5400" dirty="0">
                <a:latin typeface="Bahnschrift" panose="020B0502040204020203" pitchFamily="34" charset="0"/>
              </a:rPr>
              <a:t> </a:t>
            </a:r>
            <a:r>
              <a:rPr lang="ru-RU" sz="5400" dirty="0" err="1">
                <a:latin typeface="Bahnschrift" panose="020B0502040204020203" pitchFamily="34" charset="0"/>
              </a:rPr>
              <a:t>your</a:t>
            </a:r>
            <a:r>
              <a:rPr lang="ru-RU" sz="5400" dirty="0">
                <a:latin typeface="Bahnschrift" panose="020B0502040204020203" pitchFamily="34" charset="0"/>
              </a:rPr>
              <a:t> </a:t>
            </a:r>
            <a:r>
              <a:rPr lang="ru-RU" sz="5400" dirty="0" err="1">
                <a:latin typeface="Bahnschrift" panose="020B0502040204020203" pitchFamily="34" charset="0"/>
              </a:rPr>
              <a:t>attention</a:t>
            </a:r>
            <a:endParaRPr lang="ru-RU" sz="5400" dirty="0">
              <a:latin typeface="Bahnschrift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7D75F0-B485-5178-72D3-53542126FBC9}"/>
              </a:ext>
            </a:extLst>
          </p:cNvPr>
          <p:cNvSpPr/>
          <p:nvPr/>
        </p:nvSpPr>
        <p:spPr>
          <a:xfrm>
            <a:off x="3248722" y="3610466"/>
            <a:ext cx="5590478" cy="91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Light" panose="020B0502040204020203" pitchFamily="34" charset="0"/>
              </a:rPr>
              <a:t>This is us without the calculator.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9211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378</Words>
  <Application>Microsoft Office PowerPoint</Application>
  <PresentationFormat>Широкоэкранный</PresentationFormat>
  <Paragraphs>39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Arial Narrow</vt:lpstr>
      <vt:lpstr>Bahnschrift</vt:lpstr>
      <vt:lpstr>Bahnschrift Light</vt:lpstr>
      <vt:lpstr>Bahnschrift Light Condensed</vt:lpstr>
      <vt:lpstr>Bahnschrift SemiBold Condensed</vt:lpstr>
      <vt:lpstr>Calibri</vt:lpstr>
      <vt:lpstr>Calibri Light</vt:lpstr>
      <vt:lpstr>Тема Office</vt:lpstr>
      <vt:lpstr>Application for calculating alcohol per specific weight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Z0nik2 |</dc:creator>
  <cp:lastModifiedBy>Z0nik2 |</cp:lastModifiedBy>
  <cp:revision>4</cp:revision>
  <dcterms:created xsi:type="dcterms:W3CDTF">2025-05-05T02:12:37Z</dcterms:created>
  <dcterms:modified xsi:type="dcterms:W3CDTF">2026-09-25T10:42:48Z</dcterms:modified>
</cp:coreProperties>
</file>