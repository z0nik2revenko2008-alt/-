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notesMasterIdLst>
    <p:notesMasterId r:id="rId11"/>
  </p:notesMasterIdLst>
  <p:sldIdLst>
    <p:sldId id="263" r:id="rId2"/>
    <p:sldId id="266" r:id="rId3"/>
    <p:sldId id="264" r:id="rId4"/>
    <p:sldId id="265" r:id="rId5"/>
    <p:sldId id="271" r:id="rId6"/>
    <p:sldId id="267" r:id="rId7"/>
    <p:sldId id="268" r:id="rId8"/>
    <p:sldId id="272" r:id="rId9"/>
    <p:sldId id="26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0772" autoAdjust="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0nik2 |" userId="edcdbffbdb199b0c" providerId="LiveId" clId="{B1505F20-9469-42EC-BA2B-424BDD553BCA}"/>
    <pc:docChg chg="undo custSel addSld delSld modSld sldOrd addSection delSection">
      <pc:chgData name="Z0nik2 |" userId="edcdbffbdb199b0c" providerId="LiveId" clId="{B1505F20-9469-42EC-BA2B-424BDD553BCA}" dt="2024-11-15T07:11:08.194" v="477" actId="1076"/>
      <pc:docMkLst>
        <pc:docMk/>
      </pc:docMkLst>
      <pc:sldChg chg="addSp delSp modSp mod">
        <pc:chgData name="Z0nik2 |" userId="edcdbffbdb199b0c" providerId="LiveId" clId="{B1505F20-9469-42EC-BA2B-424BDD553BCA}" dt="2024-11-15T07:11:08.194" v="477" actId="1076"/>
        <pc:sldMkLst>
          <pc:docMk/>
          <pc:sldMk cId="2707373307" sldId="256"/>
        </pc:sldMkLst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9" creationId="{080DFBAA-ABB9-A7E3-DAC8-684808913F64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1" creationId="{74A5F276-A57E-80FB-198C-7F3C52B7D7E7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2" creationId="{D0DC13A2-18E1-30BB-935C-E54CF523C866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3" creationId="{87BEC2FB-44AE-C73E-BFE2-9DD0ECA003D1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4" creationId="{63152E8C-77B1-EFD7-FA01-F86391CA5F30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5" creationId="{3D485D17-711E-0127-4CF8-1CEB3BB23AF8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6" creationId="{86F6565A-F2CC-F404-A6B3-9FE9CC35FC16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7" creationId="{62EDFB10-1C15-FC79-43B1-4554E1479232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" creationId="{BCA4741E-4411-B01C-381D-DB191B8C4A36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9" creationId="{0DE76345-91D7-B7EA-677B-66793E072FA7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22" creationId="{B0A4C595-E10C-EA8A-930A-3C3CEA0C50D8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76" creationId="{D154A3F3-8F6D-20A3-1AB3-0E296DD86EBB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77" creationId="{772BD064-CB5C-0B39-5631-E3DD28BC1374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78" creationId="{6790F682-5B90-1CA8-E989-2418F23C95D9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0" creationId="{26349CB0-EE45-0DE9-B56C-452718D0E1DD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1" creationId="{3B1B2C01-18D3-A2CC-E9EA-C0B12A03B4BB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2" creationId="{6AAE3EA2-CFFF-CAAF-E918-4C18F92F32C6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3" creationId="{632F73FF-252C-E22E-279E-1C4DCEFAB20F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4" creationId="{124BF80F-D498-8929-6CBB-22888BC7B927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5" creationId="{3E906694-0F95-A1BC-40BD-FF409EE32572}"/>
          </ac:spMkLst>
        </pc:spChg>
        <pc:spChg chg="add del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6" creationId="{83E25CB4-CEAD-4F2A-678F-FDD716EF0CC7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7" creationId="{B15A196E-1BD8-586A-17CB-E75ABDE7B467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8" creationId="{493E762F-D724-EC17-196E-F07800EFA4D5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9" creationId="{9E2656E2-D9BF-4B09-9C15-0FC43EF2F90E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90" creationId="{5155D127-A911-79BD-5ED3-E68D35975134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91" creationId="{D6ECFD70-2D82-6B22-C909-169B2A56C302}"/>
          </ac:spMkLst>
        </pc:spChg>
        <pc:spChg chg="add mod">
          <ac:chgData name="Z0nik2 |" userId="edcdbffbdb199b0c" providerId="LiveId" clId="{B1505F20-9469-42EC-BA2B-424BDD553BCA}" dt="2024-11-15T07:10:56.341" v="476" actId="1076"/>
          <ac:spMkLst>
            <pc:docMk/>
            <pc:sldMk cId="2707373307" sldId="256"/>
            <ac:spMk id="195" creationId="{DD453238-B929-7361-4074-3A3212BE3CCA}"/>
          </ac:spMkLst>
        </pc:spChg>
        <pc:spChg chg="add del mod">
          <ac:chgData name="Z0nik2 |" userId="edcdbffbdb199b0c" providerId="LiveId" clId="{B1505F20-9469-42EC-BA2B-424BDD553BCA}" dt="2024-11-15T07:00:00.926" v="350" actId="22"/>
          <ac:spMkLst>
            <pc:docMk/>
            <pc:sldMk cId="2707373307" sldId="256"/>
            <ac:spMk id="197" creationId="{66C2A250-0233-55BC-2C53-EED9B30A6E33}"/>
          </ac:spMkLst>
        </pc:sp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24" creationId="{6D1F67CE-9B9D-6633-44CE-617129214453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26" creationId="{85049880-C38E-772F-3FC0-AF2F44434CF4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30" creationId="{5500D5F6-B2B4-E797-45E2-A077DC36934D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34" creationId="{AE3805FA-4F04-3E0C-9BB4-5CFFD57CDE10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36" creationId="{3CD1EA2E-EC75-E88A-C6FA-7CABABCD3B1F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48" creationId="{4E13883D-DAB0-9831-D8B6-8DB402A0042D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50" creationId="{D6CF520E-71E1-425D-2672-59305585D383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52" creationId="{87D237E8-1B17-D1B6-3DDD-934537FD3C23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54" creationId="{538C23A9-B1F9-093D-5569-CB167A406A1B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56" creationId="{31FFF953-4C36-E6FD-9A62-6A55C792FE9E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58" creationId="{DF675078-B5BA-8B90-F6E4-404EE35A2444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66" creationId="{4DA4D61A-8E02-4A4C-6DDF-096F1CB447E3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83" creationId="{7A2465A2-1C0B-D4D6-8FF9-CACE7903FFB3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86" creationId="{616CD643-71CB-AECC-A941-C987AD60DB0E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88" creationId="{288F84BF-3FC0-56E1-FB7A-C9B0DAE0BEC2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99" creationId="{A6819C9B-1C56-0A43-B089-DB568CB9DCCD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122" creationId="{73D940FB-F9DC-B701-7B83-922610F34565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124" creationId="{A022B865-A55F-9F7B-8D5D-77B1459A8D59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126" creationId="{9785C65C-ABC1-7DA8-A489-7AD30B3843A1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166" creationId="{9D2A72DA-2058-1D13-FBF0-ADEF4A400403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168" creationId="{99FA7E52-50D0-DD9D-56FF-2104AF411EED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171" creationId="{FB8C6DE5-8BB5-9360-37BB-8287541884EF}"/>
          </ac:cxnSpMkLst>
        </pc:cxnChg>
        <pc:cxnChg chg="add 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193" creationId="{99599406-8E1C-331F-0F0C-9E3624BB13E8}"/>
          </ac:cxnSpMkLst>
        </pc:cxnChg>
      </pc:sldChg>
      <pc:sldChg chg="addSp modSp new mod ord">
        <pc:chgData name="Z0nik2 |" userId="edcdbffbdb199b0c" providerId="LiveId" clId="{B1505F20-9469-42EC-BA2B-424BDD553BCA}" dt="2024-11-15T07:06:03.887" v="435" actId="1076"/>
        <pc:sldMkLst>
          <pc:docMk/>
          <pc:sldMk cId="684103889" sldId="257"/>
        </pc:sldMkLst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2" creationId="{285FDB6F-FD74-60E4-836C-906FCB9F1681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3" creationId="{2BCAB43F-42F1-5BA6-5B5A-B34298FA35E6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4" creationId="{5B236E00-7123-10F7-67C1-10D6CE436DE2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5" creationId="{0337A9E8-83EE-FABF-53FC-C6058844BE96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6" creationId="{552F57AE-A3E0-172C-0636-F16AB3FA4FFA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7" creationId="{6FF95898-E527-13A0-8D35-CC8B0368BEF1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8" creationId="{A5D488F8-64D4-3362-B0B1-7F5B9D1A490B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9" creationId="{21D8A882-0C01-C58D-9252-0B7E97AC9331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10" creationId="{4E940C0B-848F-FE6B-0CCA-3ED79A2BEDD6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11" creationId="{6B438AEF-6CB1-28AE-3AC7-3E3762E6FAA4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12" creationId="{A71A6B96-C5FC-E6D7-178C-C02C9C00676B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33" creationId="{7CEC7DB4-71E0-D3E7-75B7-B8FB0B87FF02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34" creationId="{FCAFC91C-4751-C1E0-5C8D-00D8F9394856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35" creationId="{FF40C50F-41FA-571B-625E-E0C928DDB509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36" creationId="{642B6071-A922-88F1-9D9B-DD0BDECF83FA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37" creationId="{F8C1D4CE-62E3-A3D0-172F-EA19858D5F9B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38" creationId="{6CBEE742-211E-C4AD-5EE7-1A160CF2B36C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39" creationId="{2B27DFBB-84D5-5D8E-61F4-4806D5D2CBBA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40" creationId="{E0B5D711-B24E-452F-D640-35CD4ADADE5F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41" creationId="{7A620655-7BE7-7CE5-9F18-58755B06B2ED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42" creationId="{CD35092D-A54F-2F8C-241C-8F6D05DAC12E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43" creationId="{2C49BF1B-0790-CFE7-131C-4DB3D84AFFC5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64" creationId="{506A4DBB-9362-E1A3-1084-03E1F2928A99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65" creationId="{B6781A65-ECC0-3F1B-59A1-224E4B507020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66" creationId="{A389EC5F-B9EE-D89C-85CC-D2B4535815C0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67" creationId="{7FBE8BB1-BC0F-DC5D-ECC4-623D1EBAFD29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68" creationId="{839D3FF0-1553-C941-EC2C-30FDAC225ADE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69" creationId="{97B1360E-0C4E-8250-E4CB-31EE3986F877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70" creationId="{CFC14213-9E71-66B3-97E5-B3E88301C9A1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71" creationId="{5F5A1F3F-2329-A6EA-80AF-9C49BCDF574E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72" creationId="{A49EFC61-FF93-EBE1-B54C-E8C4B4547296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73" creationId="{217F73F2-237C-23ED-A700-F9232BB79010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74" creationId="{D17247BD-BCD7-8CFB-23E6-C955F6954C42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95" creationId="{145DAD5B-9A2E-2A15-64A4-1577C00A25EF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96" creationId="{F052A352-395E-31C2-028A-588859455DD2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97" creationId="{447A153B-6072-9505-DAD7-C5C1E7C3F513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98" creationId="{E1E09D14-110F-7F6F-3FF0-DBBEED6B1F7C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99" creationId="{B86DF131-8632-B65C-F8B3-CC6224F241EE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100" creationId="{D5B236CC-0341-6967-FFED-23CF6B5E2B30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101" creationId="{43434562-BDD2-5ED8-B1D3-51A9E5F8E82A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102" creationId="{35B03F29-F2B4-4E94-06BD-71588242C621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103" creationId="{3F6FE567-04AA-AE4E-FA23-0C12529CD558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104" creationId="{BFD249BB-D5B7-4B13-A1B5-C90DE12496A4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105" creationId="{CE70A486-A1EF-024D-415B-0AA00E596510}"/>
          </ac:spMkLst>
        </pc:sp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13" creationId="{11E6E1BC-0E05-6E18-33F5-71A6ECE4013C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14" creationId="{8756BCA0-6CA7-C727-A9AC-D4046E6F9A23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15" creationId="{7745A3AD-07F8-BF94-D5E7-AD34237651B2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16" creationId="{3328FBE9-3751-58EC-8C74-65EF38ACD5FB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17" creationId="{CDDA9BF5-6BB1-8305-665B-AF5FAA07754C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18" creationId="{CD3FF41F-920F-0642-EA3E-7A3FD4BA0E4B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19" creationId="{DAD57D4A-8F63-CBDD-4B5E-D1C0BB6AC4AB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0" creationId="{192AE43A-CD90-5F6F-3643-3B849CB0EA76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1" creationId="{5E7B57F5-A788-5BD1-33F1-3AD983871CE7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2" creationId="{110CB885-CA05-0148-930C-2ADEAE8AE26D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3" creationId="{81E563D8-5DF8-3C37-92AB-7D591F400233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4" creationId="{63AD7886-307B-3F41-9429-CEFA779629AE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5" creationId="{A101BF68-51FC-5BDD-E6E2-A64BF43485AA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6" creationId="{EE73A83F-A02C-F8B0-2935-3E59EC746559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7" creationId="{DFD4279B-5A73-987A-51BC-D29724DA83B3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8" creationId="{A22D1116-925B-D6D9-93F9-D231CB9511C4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9" creationId="{1D1760D6-1007-AB6C-5414-307E30BE58DB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30" creationId="{6045AC5A-C944-408D-0AEB-1BE8C8608157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31" creationId="{F0DBB41C-B217-9154-2E7C-0560AE1D84F6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32" creationId="{54D1B05C-A727-5D80-0AA6-15DA61F276FA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44" creationId="{27FD1EFA-3F38-87A6-5ADB-F9441A3402E5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45" creationId="{91338EF0-8989-701D-0F3F-2D3C7F615720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46" creationId="{D3CA66D7-A498-74C9-FA47-D4A5E1ED9016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47" creationId="{98D80E91-7963-5453-B21F-CEE99678A885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48" creationId="{01190A0E-F242-9138-CE22-0D412679B519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49" creationId="{6604FBE7-6FF3-4DC1-3253-B9EE4A771ED1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0" creationId="{B0D08C06-177A-4572-5515-ED083D3332A6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1" creationId="{AFFA11A4-FA65-AF94-7039-78322999302F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2" creationId="{DE6994EF-9F0D-2927-9045-447BF9EA3FDE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3" creationId="{522ED17E-4CFB-AAB4-E46F-1156A17C6C2E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4" creationId="{63AA7E7A-B69F-9706-9A1F-AF6BF339DE10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5" creationId="{394E1671-6F2F-EFFB-0BEE-3E2EFF71BB65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6" creationId="{2B34EFB4-CE3D-820A-F94D-56BC70C01482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7" creationId="{142DAA70-2FEA-2773-28B5-DE484971B28A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8" creationId="{0F28C00F-10EA-B843-C37B-C8337D395B58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9" creationId="{E3DF4066-D0BA-C1A5-C458-BA977C0CDE14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60" creationId="{AF005A80-CF8A-467A-E8FD-4A7A3CB4D9D4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61" creationId="{1B2B80C6-9C6D-4F8E-8929-8971AA27057A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62" creationId="{861E2251-5CA6-0B63-7DBD-642AD9303414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63" creationId="{98A21E91-425E-3920-551D-5CF25D544B57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75" creationId="{126C145E-517A-966D-DE97-E554976E3ED1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76" creationId="{8C521ADF-5E0F-3CA7-468A-5D2D1732C203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77" creationId="{88D9C627-4296-6407-14C8-9CB40B99EE67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78" creationId="{66BEB115-A6F6-B8D6-98A6-DA72A02D4C3F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79" creationId="{B2A8F554-6F98-4EC6-6DE4-1A50C63DF10C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0" creationId="{0609000A-EA7F-67B7-5985-7C1AFDBFECB4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1" creationId="{4FD0FDFF-BA9D-FBE0-7980-ED46548E5C49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2" creationId="{64D38576-EA48-F498-0A2E-DB03BE700A86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3" creationId="{85D8118C-A845-3A87-B151-5949FF6897A5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4" creationId="{A00429D2-30B3-E1B4-0334-A62D3BE214CB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5" creationId="{427A7F3D-BF4E-99A3-24C4-DC388F7D6A02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6" creationId="{5E331827-764B-F5FE-1D0B-B2CC05025A1F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7" creationId="{B26545C5-9470-8F37-D338-C69C37908E08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8" creationId="{AAB28578-B484-A133-5C72-1390BD02F474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9" creationId="{16471866-65DE-8BFA-8621-319AB6A2BB9F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90" creationId="{80AD50BD-72C7-379E-7B97-FB79D744C239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91" creationId="{16E2F71A-1A66-BA9C-742A-F2C4F68C8DEC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92" creationId="{1C3DC022-62EF-F5E1-F638-6A74FFD33D47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93" creationId="{DC7518E7-F2BB-E471-BE47-C9A1EBF222C6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94" creationId="{5B4D6C81-3620-878A-0EBC-1DD114147633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06" creationId="{F49FC578-1878-C10F-BED7-032C9C6862AE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07" creationId="{ACAE4593-1FDA-D0D5-B455-16045C67A752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08" creationId="{2A1D5287-B535-C701-A75C-FD78AFD236BE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09" creationId="{688C79F8-15A8-9AB3-1344-947A22EAEF98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0" creationId="{9C83E7F9-9B66-D53A-DDA7-35710A14DD0F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1" creationId="{CEC22337-C108-B1D8-FFCE-59508449A6FA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2" creationId="{939E8155-3B4C-9E08-1138-ADC3B300DF69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3" creationId="{CCED79B0-1E45-85FD-2D2A-10FC68A57C09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4" creationId="{C795F33B-60FB-BB2C-75ED-170A397A3842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5" creationId="{0C89C0F1-3BC5-57A1-B1CC-F657F52540FB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6" creationId="{296CF5E0-D541-CA94-A448-0542FCC9A2DA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7" creationId="{5FD9E397-DA07-725C-41D9-E24B3FF2EB10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8" creationId="{4B0EFF81-11D3-014F-0265-EB59A55740E6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9" creationId="{E1629BC6-6785-31A2-96AC-24D5098EA322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20" creationId="{CCA6D734-32F3-05EB-FB9D-92CC4D76836A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21" creationId="{2D23A701-FDEB-1E5D-3C65-AF4786172941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22" creationId="{C9B7DDA8-547A-AC55-9D61-60360AB162CE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23" creationId="{8CB61E5F-75D5-CB5A-A0D4-5590E2537CE4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24" creationId="{3E74B6DF-6D65-E84F-46EF-C261B80A06AF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25" creationId="{E5F7A5DB-15BA-98FB-C05B-74259EFBB1B9}"/>
          </ac:cxnSpMkLst>
        </pc:cxnChg>
      </pc:sldChg>
      <pc:sldChg chg="addSp modSp new del mod ord">
        <pc:chgData name="Z0nik2 |" userId="edcdbffbdb199b0c" providerId="LiveId" clId="{B1505F20-9469-42EC-BA2B-424BDD553BCA}" dt="2024-11-15T07:01:08.136" v="353" actId="2696"/>
        <pc:sldMkLst>
          <pc:docMk/>
          <pc:sldMk cId="2436679646" sldId="257"/>
        </pc:sldMkLst>
        <pc:spChg chg="mod">
          <ac:chgData name="Z0nik2 |" userId="edcdbffbdb199b0c" providerId="LiveId" clId="{B1505F20-9469-42EC-BA2B-424BDD553BCA}" dt="2024-11-15T06:59:03.453" v="343" actId="20577"/>
          <ac:spMkLst>
            <pc:docMk/>
            <pc:sldMk cId="2436679646" sldId="257"/>
            <ac:spMk id="2" creationId="{7389C718-55BB-982E-EB73-6B1DAAA622D0}"/>
          </ac:spMkLst>
        </pc:spChg>
        <pc:spChg chg="add mod">
          <ac:chgData name="Z0nik2 |" userId="edcdbffbdb199b0c" providerId="LiveId" clId="{B1505F20-9469-42EC-BA2B-424BDD553BCA}" dt="2024-11-15T07:00:22.056" v="352"/>
          <ac:spMkLst>
            <pc:docMk/>
            <pc:sldMk cId="2436679646" sldId="257"/>
            <ac:spMk id="4" creationId="{EF71BCF6-A7F2-A4BC-563E-168AE3DD740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B1CFC-8D9A-430D-90D8-8A9C6A54D70D}" type="datetimeFigureOut">
              <a:rPr lang="ru-RU" smtClean="0"/>
              <a:t>16.11.2024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5563D0-01C0-43D8-9A88-42D2642741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229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3005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fld id="{DEF75CB5-5666-5049-9AE0-38EFD385C21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t>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0587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8596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5559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3577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8580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7928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508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0893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16.11.2024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45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16.11.2024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50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16.11.2024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5747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16.11.2024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329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16.11.2024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18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16.11.2024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980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16.11.2024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509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16.11.2024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539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AB7D86E2-D8F9-41C2-A70A-0C29B6E102EF}" type="datetimeFigureOut">
              <a:rPr lang="ru-RU" smtClean="0"/>
              <a:t>16.11.2024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1408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16.11.2024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625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16.11.2024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092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16.11.2024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875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16.11.2024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8170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16.11.2024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004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подзаголовок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D1BA6450-E291-DC40-F198-C02B485137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rtlCol="0" anchor="b" anchorCtr="0">
            <a:noAutofit/>
          </a:bodyPr>
          <a:lstStyle>
            <a:lvl1pPr algn="ctr">
              <a:defRPr lang="ru-RU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=""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905343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содержимое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="" xmlns:a16="http://schemas.microsoft.com/office/drawing/2014/main" id="{9A084D09-1B2D-4EE2-82A7-83196133B80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="" xmlns:a16="http://schemas.microsoft.com/office/drawing/2014/main" id="{53860AA6-1B14-DF89-B725-CC444E50202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6" name="Объект 14">
              <a:extLst>
                <a:ext uri="{FF2B5EF4-FFF2-40B4-BE49-F238E27FC236}">
                  <a16:creationId xmlns="" xmlns:a16="http://schemas.microsoft.com/office/drawing/2014/main" id="{D172E570-D67F-4980-88C2-CF6560C1C19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Группа 6">
              <a:extLst>
                <a:ext uri="{FF2B5EF4-FFF2-40B4-BE49-F238E27FC236}">
                  <a16:creationId xmlns=""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Овал 7">
                <a:extLst>
                  <a:ext uri="{FF2B5EF4-FFF2-40B4-BE49-F238E27FC236}">
                    <a16:creationId xmlns="" xmlns:a16="http://schemas.microsoft.com/office/drawing/2014/main" id="{1066F635-8DB9-B091-8467-D8F0327217F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9" name="Графический объект 12">
                <a:extLst>
                  <a:ext uri="{FF2B5EF4-FFF2-40B4-BE49-F238E27FC236}">
                    <a16:creationId xmlns="" xmlns:a16="http://schemas.microsoft.com/office/drawing/2014/main" id="{882D2FD3-A05B-400C-6347-115486FFD94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 anchor="b"/>
          <a:lstStyle>
            <a:lvl1pPr>
              <a:defRPr lang="ru-RU"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="" xmlns:a16="http://schemas.microsoft.com/office/drawing/2014/main" id="{34F613B1-323C-4C25-4526-1D3313A716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бъект 12">
            <a:extLst>
              <a:ext uri="{FF2B5EF4-FFF2-40B4-BE49-F238E27FC236}">
                <a16:creationId xmlns=""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1332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Заголовок и 2 столбца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14">
            <a:extLst>
              <a:ext uri="{FF2B5EF4-FFF2-40B4-BE49-F238E27FC236}">
                <a16:creationId xmlns="" xmlns:a16="http://schemas.microsoft.com/office/drawing/2014/main" id="{318CE367-BBCB-F4AB-635F-4C9995EAE35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5CE3FBBA-81E2-31F1-EF51-02706B5B5C0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="" xmlns:a16="http://schemas.microsoft.com/office/drawing/2014/main" id="{9AD3746D-3CD1-FFA5-0019-AD0C588B19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=""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=""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=""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7342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8EB5B81B-FCE8-FE9C-8F0A-6488B25F0F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rtlCol="0" anchor="b">
            <a:noAutofit/>
          </a:bodyPr>
          <a:lstStyle>
            <a:lvl1pPr algn="ctr">
              <a:defRPr lang="ru-RU" sz="3200" cap="all" spc="3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=""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=""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=""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2227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лючение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="" xmlns:a16="http://schemas.microsoft.com/office/drawing/2014/main" id="{289F5C3D-E9E6-75E0-BF7D-799B5CFE5E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Группа 15">
              <a:extLst>
                <a:ext uri="{FF2B5EF4-FFF2-40B4-BE49-F238E27FC236}">
                  <a16:creationId xmlns=""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Овал 26">
                <a:extLst>
                  <a:ext uri="{FF2B5EF4-FFF2-40B4-BE49-F238E27FC236}">
                    <a16:creationId xmlns="" xmlns:a16="http://schemas.microsoft.com/office/drawing/2014/main" id="{7C904D88-E1BE-F1FA-D405-F55DA966DA84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18" name="Графический объект 12">
                <a:extLst>
                  <a:ext uri="{FF2B5EF4-FFF2-40B4-BE49-F238E27FC236}">
                    <a16:creationId xmlns="" xmlns:a16="http://schemas.microsoft.com/office/drawing/2014/main" id="{1D8F0816-C429-D32E-058B-33405874DFA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pic>
          <p:nvPicPr>
            <p:cNvPr id="4" name="Объект 14">
              <a:extLst>
                <a:ext uri="{FF2B5EF4-FFF2-40B4-BE49-F238E27FC236}">
                  <a16:creationId xmlns="" xmlns:a16="http://schemas.microsoft.com/office/drawing/2014/main" id="{14AC0A97-7D79-3DBE-FB53-A9EBFD806E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rtlCol="0" anchor="b">
            <a:noAutofit/>
          </a:bodyPr>
          <a:lstStyle>
            <a:lvl1pPr>
              <a:defRPr lang="ru-RU" sz="3200" cap="all" baseline="0">
                <a:solidFill>
                  <a:schemeClr val="accent3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=""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defRPr lang="ru-RU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="" xmlns:a16="http://schemas.microsoft.com/office/drawing/2014/main" id="{61CFC792-44F7-2497-E19D-8FB08AFF94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857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B7D86E2-D8F9-41C2-A70A-0C29B6E102EF}" type="datetimeFigureOut">
              <a:rPr lang="ru-RU" smtClean="0"/>
              <a:t>16.11.2024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3312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 txBox="1">
            <a:spLocks/>
          </p:cNvSpPr>
          <p:nvPr/>
        </p:nvSpPr>
        <p:spPr>
          <a:xfrm>
            <a:off x="810000" y="1645920"/>
            <a:ext cx="10572000" cy="1781501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0" tIns="45720" rIns="0" bIns="0" rtlCol="0" anchor="b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lang="ru-RU" sz="6000" b="1" kern="1200" cap="all" spc="300" baseline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графовой модели</a:t>
            </a:r>
          </a:p>
        </p:txBody>
      </p:sp>
      <p:sp>
        <p:nvSpPr>
          <p:cNvPr id="11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6320" y="3427421"/>
            <a:ext cx="9858000" cy="1091882"/>
          </a:xfrm>
        </p:spPr>
        <p:txBody>
          <a:bodyPr>
            <a:noAutofit/>
          </a:bodyPr>
          <a:lstStyle/>
          <a:p>
            <a:r>
              <a:rPr lang="ru-RU" sz="360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транспортных маршрутов в городе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одзаголовок 2"/>
          <p:cNvSpPr txBox="1">
            <a:spLocks/>
          </p:cNvSpPr>
          <p:nvPr/>
        </p:nvSpPr>
        <p:spPr>
          <a:xfrm>
            <a:off x="0" y="6075526"/>
            <a:ext cx="2942145" cy="782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Сафенрейтер Никита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Ревенко Сергей</a:t>
            </a:r>
          </a:p>
        </p:txBody>
      </p:sp>
    </p:spTree>
    <p:extLst>
      <p:ext uri="{BB962C8B-B14F-4D97-AF65-F5344CB8AC3E}">
        <p14:creationId xmlns:p14="http://schemas.microsoft.com/office/powerpoint/2010/main" val="2248162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=""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Повестка</a:t>
            </a:r>
          </a:p>
        </p:txBody>
      </p:sp>
      <p:sp>
        <p:nvSpPr>
          <p:cNvPr id="31" name="Текст 3">
            <a:extLst>
              <a:ext uri="{FF2B5EF4-FFF2-40B4-BE49-F238E27FC236}">
                <a16:creationId xmlns=""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 anchor="t"/>
          <a:lstStyle>
            <a:defPPr>
              <a:defRPr lang="ru-RU"/>
            </a:defPPr>
          </a:lstStyle>
          <a:p>
            <a:pPr rtl="0"/>
            <a:r>
              <a:rPr lang="ru-RU" dirty="0"/>
              <a:t>Введение</a:t>
            </a:r>
          </a:p>
          <a:p>
            <a:pPr rtl="0"/>
            <a:r>
              <a:rPr lang="ru-RU" dirty="0"/>
              <a:t>Проблема</a:t>
            </a:r>
          </a:p>
          <a:p>
            <a:pPr rtl="0"/>
            <a:r>
              <a:rPr lang="ru-RU" dirty="0"/>
              <a:t>Проверка на </a:t>
            </a:r>
            <a:r>
              <a:rPr lang="en-US" dirty="0"/>
              <a:t>“</a:t>
            </a:r>
            <a:r>
              <a:rPr lang="ru-RU" dirty="0" err="1"/>
              <a:t>Двудольность</a:t>
            </a:r>
            <a:r>
              <a:rPr lang="en-US" dirty="0"/>
              <a:t>”</a:t>
            </a:r>
            <a:endParaRPr lang="ru-RU" dirty="0"/>
          </a:p>
          <a:p>
            <a:pPr rtl="0"/>
            <a:r>
              <a:rPr lang="ru-RU" dirty="0"/>
              <a:t>Свойства </a:t>
            </a:r>
            <a:r>
              <a:rPr lang="ru-RU" dirty="0" smtClean="0"/>
              <a:t>графа</a:t>
            </a:r>
          </a:p>
          <a:p>
            <a:pPr rtl="0"/>
            <a:r>
              <a:rPr lang="ru-RU" dirty="0" smtClean="0"/>
              <a:t>заключение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3761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3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Данная презентация посвящена построению графовой модели транспортной системы города. Графы представляют собой мощный инструмент для анализа и визуализации сложных сетей, таких как транспортные системы. В этом случае граф поможет нам понять структуру маршрутов, проанализировать возможные пути и оптимизировать движение.</a:t>
            </a:r>
          </a:p>
        </p:txBody>
      </p:sp>
    </p:spTree>
    <p:extLst>
      <p:ext uri="{BB962C8B-B14F-4D97-AF65-F5344CB8AC3E}">
        <p14:creationId xmlns:p14="http://schemas.microsoft.com/office/powerpoint/2010/main" val="1206058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3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Из-за большого количества маршрутов и пересечений, пассажирам сложно планировать свои поездки. В связи с этим, необходимо построить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графовую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 системы, которая поможет пассажирам находить оптимальные маршруты.</a:t>
            </a:r>
          </a:p>
        </p:txBody>
      </p:sp>
    </p:spTree>
    <p:extLst>
      <p:ext uri="{BB962C8B-B14F-4D97-AF65-F5344CB8AC3E}">
        <p14:creationId xmlns:p14="http://schemas.microsoft.com/office/powerpoint/2010/main" val="4039493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Овал 59">
            <a:extLst>
              <a:ext uri="{FF2B5EF4-FFF2-40B4-BE49-F238E27FC236}">
                <a16:creationId xmlns="" xmlns:a16="http://schemas.microsoft.com/office/drawing/2014/main" id="{080DFBAA-ABB9-A7E3-DAC8-684808913F64}"/>
              </a:ext>
            </a:extLst>
          </p:cNvPr>
          <p:cNvSpPr/>
          <p:nvPr/>
        </p:nvSpPr>
        <p:spPr>
          <a:xfrm>
            <a:off x="1306139" y="374500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</a:t>
            </a:r>
          </a:p>
        </p:txBody>
      </p:sp>
      <p:sp>
        <p:nvSpPr>
          <p:cNvPr id="61" name="Овал 60">
            <a:extLst>
              <a:ext uri="{FF2B5EF4-FFF2-40B4-BE49-F238E27FC236}">
                <a16:creationId xmlns="" xmlns:a16="http://schemas.microsoft.com/office/drawing/2014/main" id="{74A5F276-A57E-80FB-198C-7F3C52B7D7E7}"/>
              </a:ext>
            </a:extLst>
          </p:cNvPr>
          <p:cNvSpPr/>
          <p:nvPr/>
        </p:nvSpPr>
        <p:spPr>
          <a:xfrm>
            <a:off x="6504409" y="2341891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ru-RU" dirty="0"/>
          </a:p>
        </p:txBody>
      </p:sp>
      <p:sp>
        <p:nvSpPr>
          <p:cNvPr id="62" name="Овал 61">
            <a:extLst>
              <a:ext uri="{FF2B5EF4-FFF2-40B4-BE49-F238E27FC236}">
                <a16:creationId xmlns="" xmlns:a16="http://schemas.microsoft.com/office/drawing/2014/main" id="{D0DC13A2-18E1-30BB-935C-E54CF523C866}"/>
              </a:ext>
            </a:extLst>
          </p:cNvPr>
          <p:cNvSpPr/>
          <p:nvPr/>
        </p:nvSpPr>
        <p:spPr>
          <a:xfrm>
            <a:off x="4839642" y="4845868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  <a:endParaRPr lang="ru-RU" dirty="0"/>
          </a:p>
        </p:txBody>
      </p:sp>
      <p:sp>
        <p:nvSpPr>
          <p:cNvPr id="63" name="Овал 62">
            <a:extLst>
              <a:ext uri="{FF2B5EF4-FFF2-40B4-BE49-F238E27FC236}">
                <a16:creationId xmlns="" xmlns:a16="http://schemas.microsoft.com/office/drawing/2014/main" id="{87BEC2FB-44AE-C73E-BFE2-9DD0ECA003D1}"/>
              </a:ext>
            </a:extLst>
          </p:cNvPr>
          <p:cNvSpPr/>
          <p:nvPr/>
        </p:nvSpPr>
        <p:spPr>
          <a:xfrm>
            <a:off x="3192534" y="2262661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ru-RU" dirty="0"/>
          </a:p>
        </p:txBody>
      </p:sp>
      <p:sp>
        <p:nvSpPr>
          <p:cNvPr id="64" name="Овал 63">
            <a:extLst>
              <a:ext uri="{FF2B5EF4-FFF2-40B4-BE49-F238E27FC236}">
                <a16:creationId xmlns="" xmlns:a16="http://schemas.microsoft.com/office/drawing/2014/main" id="{63152E8C-77B1-EFD7-FA01-F86391CA5F30}"/>
              </a:ext>
            </a:extLst>
          </p:cNvPr>
          <p:cNvSpPr/>
          <p:nvPr/>
        </p:nvSpPr>
        <p:spPr>
          <a:xfrm>
            <a:off x="354812" y="2287517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</a:t>
            </a:r>
            <a:endParaRPr lang="ru-RU" b="1" dirty="0"/>
          </a:p>
        </p:txBody>
      </p:sp>
      <p:sp>
        <p:nvSpPr>
          <p:cNvPr id="65" name="Овал 64">
            <a:extLst>
              <a:ext uri="{FF2B5EF4-FFF2-40B4-BE49-F238E27FC236}">
                <a16:creationId xmlns="" xmlns:a16="http://schemas.microsoft.com/office/drawing/2014/main" id="{3D485D17-711E-0127-4CF8-1CEB3BB23AF8}"/>
              </a:ext>
            </a:extLst>
          </p:cNvPr>
          <p:cNvSpPr/>
          <p:nvPr/>
        </p:nvSpPr>
        <p:spPr>
          <a:xfrm>
            <a:off x="4934655" y="374500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sp>
        <p:nvSpPr>
          <p:cNvPr id="66" name="Овал 65">
            <a:extLst>
              <a:ext uri="{FF2B5EF4-FFF2-40B4-BE49-F238E27FC236}">
                <a16:creationId xmlns="" xmlns:a16="http://schemas.microsoft.com/office/drawing/2014/main" id="{86F6565A-F2CC-F404-A6B3-9FE9CC35FC16}"/>
              </a:ext>
            </a:extLst>
          </p:cNvPr>
          <p:cNvSpPr/>
          <p:nvPr/>
        </p:nvSpPr>
        <p:spPr>
          <a:xfrm>
            <a:off x="2157136" y="3832236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  <a:endParaRPr lang="ru-RU" dirty="0"/>
          </a:p>
        </p:txBody>
      </p:sp>
      <p:sp>
        <p:nvSpPr>
          <p:cNvPr id="67" name="Овал 66">
            <a:extLst>
              <a:ext uri="{FF2B5EF4-FFF2-40B4-BE49-F238E27FC236}">
                <a16:creationId xmlns="" xmlns:a16="http://schemas.microsoft.com/office/drawing/2014/main" id="{62EDFB10-1C15-FC79-43B1-4554E1479232}"/>
              </a:ext>
            </a:extLst>
          </p:cNvPr>
          <p:cNvSpPr/>
          <p:nvPr/>
        </p:nvSpPr>
        <p:spPr>
          <a:xfrm>
            <a:off x="4938628" y="3632514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  <a:endParaRPr lang="ru-RU" dirty="0"/>
          </a:p>
        </p:txBody>
      </p:sp>
      <p:sp>
        <p:nvSpPr>
          <p:cNvPr id="68" name="Овал 67">
            <a:extLst>
              <a:ext uri="{FF2B5EF4-FFF2-40B4-BE49-F238E27FC236}">
                <a16:creationId xmlns="" xmlns:a16="http://schemas.microsoft.com/office/drawing/2014/main" id="{BCA4741E-4411-B01C-381D-DB191B8C4A36}"/>
              </a:ext>
            </a:extLst>
          </p:cNvPr>
          <p:cNvSpPr/>
          <p:nvPr/>
        </p:nvSpPr>
        <p:spPr>
          <a:xfrm>
            <a:off x="6930490" y="3905836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  <a:endParaRPr lang="ru-RU" dirty="0"/>
          </a:p>
        </p:txBody>
      </p:sp>
      <p:sp>
        <p:nvSpPr>
          <p:cNvPr id="69" name="Овал 68">
            <a:extLst>
              <a:ext uri="{FF2B5EF4-FFF2-40B4-BE49-F238E27FC236}">
                <a16:creationId xmlns="" xmlns:a16="http://schemas.microsoft.com/office/drawing/2014/main" id="{0DE76345-91D7-B7EA-677B-66793E072FA7}"/>
              </a:ext>
            </a:extLst>
          </p:cNvPr>
          <p:cNvSpPr/>
          <p:nvPr/>
        </p:nvSpPr>
        <p:spPr>
          <a:xfrm>
            <a:off x="6600005" y="1029471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endParaRPr lang="ru-RU" dirty="0"/>
          </a:p>
        </p:txBody>
      </p:sp>
      <p:sp>
        <p:nvSpPr>
          <p:cNvPr id="70" name="Овал 69">
            <a:extLst>
              <a:ext uri="{FF2B5EF4-FFF2-40B4-BE49-F238E27FC236}">
                <a16:creationId xmlns="" xmlns:a16="http://schemas.microsoft.com/office/drawing/2014/main" id="{B0A4C595-E10C-EA8A-930A-3C3CEA0C50D8}"/>
              </a:ext>
            </a:extLst>
          </p:cNvPr>
          <p:cNvSpPr/>
          <p:nvPr/>
        </p:nvSpPr>
        <p:spPr>
          <a:xfrm>
            <a:off x="5472127" y="2596037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ru-RU" dirty="0"/>
          </a:p>
        </p:txBody>
      </p:sp>
      <p:cxnSp>
        <p:nvCxnSpPr>
          <p:cNvPr id="71" name="Прямая соединительная линия 70">
            <a:extLst>
              <a:ext uri="{FF2B5EF4-FFF2-40B4-BE49-F238E27FC236}">
                <a16:creationId xmlns="" xmlns:a16="http://schemas.microsoft.com/office/drawing/2014/main" id="{6D1F67CE-9B9D-6633-44CE-617129214453}"/>
              </a:ext>
            </a:extLst>
          </p:cNvPr>
          <p:cNvCxnSpPr>
            <a:cxnSpLocks/>
            <a:stCxn id="60" idx="5"/>
          </p:cNvCxnSpPr>
          <p:nvPr/>
        </p:nvCxnSpPr>
        <p:spPr>
          <a:xfrm flipH="1">
            <a:off x="826660" y="803471"/>
            <a:ext cx="938240" cy="1557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>
            <a:extLst>
              <a:ext uri="{FF2B5EF4-FFF2-40B4-BE49-F238E27FC236}">
                <a16:creationId xmlns="" xmlns:a16="http://schemas.microsoft.com/office/drawing/2014/main" id="{85049880-C38E-772F-3FC0-AF2F44434CF4}"/>
              </a:ext>
            </a:extLst>
          </p:cNvPr>
          <p:cNvCxnSpPr>
            <a:cxnSpLocks/>
            <a:stCxn id="64" idx="7"/>
            <a:endCxn id="65" idx="2"/>
          </p:cNvCxnSpPr>
          <p:nvPr/>
        </p:nvCxnSpPr>
        <p:spPr>
          <a:xfrm flipV="1">
            <a:off x="813573" y="625786"/>
            <a:ext cx="4121082" cy="17353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Прямая соединительная линия 72">
            <a:extLst>
              <a:ext uri="{FF2B5EF4-FFF2-40B4-BE49-F238E27FC236}">
                <a16:creationId xmlns="" xmlns:a16="http://schemas.microsoft.com/office/drawing/2014/main" id="{5500D5F6-B2B4-E797-45E2-A077DC36934D}"/>
              </a:ext>
            </a:extLst>
          </p:cNvPr>
          <p:cNvCxnSpPr>
            <a:cxnSpLocks/>
            <a:stCxn id="60" idx="5"/>
            <a:endCxn id="65" idx="2"/>
          </p:cNvCxnSpPr>
          <p:nvPr/>
        </p:nvCxnSpPr>
        <p:spPr>
          <a:xfrm flipV="1">
            <a:off x="1764900" y="625786"/>
            <a:ext cx="3169755" cy="17768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>
            <a:extLst>
              <a:ext uri="{FF2B5EF4-FFF2-40B4-BE49-F238E27FC236}">
                <a16:creationId xmlns="" xmlns:a16="http://schemas.microsoft.com/office/drawing/2014/main" id="{AE3805FA-4F04-3E0C-9BB4-5CFFD57CDE10}"/>
              </a:ext>
            </a:extLst>
          </p:cNvPr>
          <p:cNvCxnSpPr>
            <a:stCxn id="65" idx="3"/>
            <a:endCxn id="65" idx="4"/>
          </p:cNvCxnSpPr>
          <p:nvPr/>
        </p:nvCxnSpPr>
        <p:spPr>
          <a:xfrm>
            <a:off x="5013366" y="803471"/>
            <a:ext cx="190025" cy="73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единительная линия 74">
            <a:extLst>
              <a:ext uri="{FF2B5EF4-FFF2-40B4-BE49-F238E27FC236}">
                <a16:creationId xmlns="" xmlns:a16="http://schemas.microsoft.com/office/drawing/2014/main" id="{3CD1EA2E-EC75-E88A-C6FA-7CABABCD3B1F}"/>
              </a:ext>
            </a:extLst>
          </p:cNvPr>
          <p:cNvCxnSpPr>
            <a:cxnSpLocks/>
            <a:stCxn id="65" idx="6"/>
            <a:endCxn id="69" idx="2"/>
          </p:cNvCxnSpPr>
          <p:nvPr/>
        </p:nvCxnSpPr>
        <p:spPr>
          <a:xfrm>
            <a:off x="5472127" y="625786"/>
            <a:ext cx="1127878" cy="65497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="" xmlns:a16="http://schemas.microsoft.com/office/drawing/2014/main" id="{4E13883D-DAB0-9831-D8B6-8DB402A0042D}"/>
              </a:ext>
            </a:extLst>
          </p:cNvPr>
          <p:cNvCxnSpPr>
            <a:cxnSpLocks/>
            <a:stCxn id="64" idx="7"/>
            <a:endCxn id="63" idx="2"/>
          </p:cNvCxnSpPr>
          <p:nvPr/>
        </p:nvCxnSpPr>
        <p:spPr>
          <a:xfrm>
            <a:off x="813573" y="2361117"/>
            <a:ext cx="2378961" cy="1528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="" xmlns:a16="http://schemas.microsoft.com/office/drawing/2014/main" id="{D6CF520E-71E1-425D-2672-59305585D383}"/>
              </a:ext>
            </a:extLst>
          </p:cNvPr>
          <p:cNvCxnSpPr>
            <a:cxnSpLocks/>
            <a:stCxn id="65" idx="2"/>
            <a:endCxn id="63" idx="6"/>
          </p:cNvCxnSpPr>
          <p:nvPr/>
        </p:nvCxnSpPr>
        <p:spPr>
          <a:xfrm flipH="1">
            <a:off x="3730006" y="625786"/>
            <a:ext cx="1204649" cy="188816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="" xmlns:a16="http://schemas.microsoft.com/office/drawing/2014/main" id="{87D237E8-1B17-D1B6-3DDD-934537FD3C23}"/>
              </a:ext>
            </a:extLst>
          </p:cNvPr>
          <p:cNvCxnSpPr>
            <a:cxnSpLocks/>
            <a:stCxn id="63" idx="6"/>
            <a:endCxn id="70" idx="2"/>
          </p:cNvCxnSpPr>
          <p:nvPr/>
        </p:nvCxnSpPr>
        <p:spPr>
          <a:xfrm>
            <a:off x="3730006" y="2513947"/>
            <a:ext cx="1742121" cy="3333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="" xmlns:a16="http://schemas.microsoft.com/office/drawing/2014/main" id="{538C23A9-B1F9-093D-5569-CB167A406A1B}"/>
              </a:ext>
            </a:extLst>
          </p:cNvPr>
          <p:cNvCxnSpPr>
            <a:cxnSpLocks/>
            <a:stCxn id="61" idx="2"/>
            <a:endCxn id="70" idx="7"/>
          </p:cNvCxnSpPr>
          <p:nvPr/>
        </p:nvCxnSpPr>
        <p:spPr>
          <a:xfrm flipH="1">
            <a:off x="5930888" y="2593177"/>
            <a:ext cx="573521" cy="7646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>
            <a:extLst>
              <a:ext uri="{FF2B5EF4-FFF2-40B4-BE49-F238E27FC236}">
                <a16:creationId xmlns="" xmlns:a16="http://schemas.microsoft.com/office/drawing/2014/main" id="{31FFF953-4C36-E6FD-9A62-6A55C792FE9E}"/>
              </a:ext>
            </a:extLst>
          </p:cNvPr>
          <p:cNvCxnSpPr>
            <a:cxnSpLocks/>
            <a:stCxn id="61" idx="4"/>
            <a:endCxn id="68" idx="0"/>
          </p:cNvCxnSpPr>
          <p:nvPr/>
        </p:nvCxnSpPr>
        <p:spPr>
          <a:xfrm>
            <a:off x="6773145" y="2844462"/>
            <a:ext cx="426081" cy="10613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>
            <a:extLst>
              <a:ext uri="{FF2B5EF4-FFF2-40B4-BE49-F238E27FC236}">
                <a16:creationId xmlns="" xmlns:a16="http://schemas.microsoft.com/office/drawing/2014/main" id="{DF675078-B5BA-8B90-F6E4-404EE35A2444}"/>
              </a:ext>
            </a:extLst>
          </p:cNvPr>
          <p:cNvCxnSpPr>
            <a:cxnSpLocks/>
            <a:stCxn id="61" idx="0"/>
            <a:endCxn id="69" idx="4"/>
          </p:cNvCxnSpPr>
          <p:nvPr/>
        </p:nvCxnSpPr>
        <p:spPr>
          <a:xfrm flipV="1">
            <a:off x="6773145" y="1532042"/>
            <a:ext cx="95596" cy="80984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2" name="Прямая соединительная линия 81">
            <a:extLst>
              <a:ext uri="{FF2B5EF4-FFF2-40B4-BE49-F238E27FC236}">
                <a16:creationId xmlns="" xmlns:a16="http://schemas.microsoft.com/office/drawing/2014/main" id="{4DA4D61A-8E02-4A4C-6DDF-096F1CB447E3}"/>
              </a:ext>
            </a:extLst>
          </p:cNvPr>
          <p:cNvCxnSpPr>
            <a:cxnSpLocks/>
            <a:stCxn id="67" idx="7"/>
            <a:endCxn id="70" idx="3"/>
          </p:cNvCxnSpPr>
          <p:nvPr/>
        </p:nvCxnSpPr>
        <p:spPr>
          <a:xfrm flipV="1">
            <a:off x="5397389" y="3025008"/>
            <a:ext cx="153449" cy="6811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="" xmlns:a16="http://schemas.microsoft.com/office/drawing/2014/main" id="{7A2465A2-1C0B-D4D6-8FF9-CACE7903FFB3}"/>
              </a:ext>
            </a:extLst>
          </p:cNvPr>
          <p:cNvCxnSpPr>
            <a:cxnSpLocks/>
            <a:endCxn id="66" idx="5"/>
          </p:cNvCxnSpPr>
          <p:nvPr/>
        </p:nvCxnSpPr>
        <p:spPr>
          <a:xfrm flipH="1">
            <a:off x="2615897" y="3932295"/>
            <a:ext cx="2312594" cy="3289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="" xmlns:a16="http://schemas.microsoft.com/office/drawing/2014/main" id="{616CD643-71CB-AECC-A941-C987AD60DB0E}"/>
              </a:ext>
            </a:extLst>
          </p:cNvPr>
          <p:cNvCxnSpPr>
            <a:cxnSpLocks/>
            <a:stCxn id="68" idx="3"/>
            <a:endCxn id="62" idx="6"/>
          </p:cNvCxnSpPr>
          <p:nvPr/>
        </p:nvCxnSpPr>
        <p:spPr>
          <a:xfrm flipH="1">
            <a:off x="5377114" y="4334807"/>
            <a:ext cx="1632087" cy="76234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="" xmlns:a16="http://schemas.microsoft.com/office/drawing/2014/main" id="{288F84BF-3FC0-56E1-FB7A-C9B0DAE0BEC2}"/>
              </a:ext>
            </a:extLst>
          </p:cNvPr>
          <p:cNvCxnSpPr>
            <a:cxnSpLocks/>
            <a:stCxn id="66" idx="5"/>
            <a:endCxn id="62" idx="2"/>
          </p:cNvCxnSpPr>
          <p:nvPr/>
        </p:nvCxnSpPr>
        <p:spPr>
          <a:xfrm>
            <a:off x="2615897" y="4261207"/>
            <a:ext cx="2223745" cy="83594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Прямая соединительная линия 85">
            <a:extLst>
              <a:ext uri="{FF2B5EF4-FFF2-40B4-BE49-F238E27FC236}">
                <a16:creationId xmlns="" xmlns:a16="http://schemas.microsoft.com/office/drawing/2014/main" id="{A6819C9B-1C56-0A43-B089-DB568CB9DCCD}"/>
              </a:ext>
            </a:extLst>
          </p:cNvPr>
          <p:cNvCxnSpPr>
            <a:cxnSpLocks/>
            <a:stCxn id="60" idx="5"/>
            <a:endCxn id="63" idx="1"/>
          </p:cNvCxnSpPr>
          <p:nvPr/>
        </p:nvCxnSpPr>
        <p:spPr>
          <a:xfrm>
            <a:off x="1764900" y="803471"/>
            <a:ext cx="1506345" cy="153279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="" xmlns:a16="http://schemas.microsoft.com/office/drawing/2014/main" id="{73D940FB-F9DC-B701-7B83-922610F34565}"/>
              </a:ext>
            </a:extLst>
          </p:cNvPr>
          <p:cNvCxnSpPr>
            <a:cxnSpLocks/>
            <a:stCxn id="64" idx="7"/>
            <a:endCxn id="69" idx="2"/>
          </p:cNvCxnSpPr>
          <p:nvPr/>
        </p:nvCxnSpPr>
        <p:spPr>
          <a:xfrm flipV="1">
            <a:off x="813573" y="1280757"/>
            <a:ext cx="5786432" cy="108036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="" xmlns:a16="http://schemas.microsoft.com/office/drawing/2014/main" id="{A022B865-A55F-9F7B-8D5D-77B1459A8D59}"/>
              </a:ext>
            </a:extLst>
          </p:cNvPr>
          <p:cNvCxnSpPr>
            <a:cxnSpLocks/>
            <a:stCxn id="63" idx="6"/>
            <a:endCxn id="69" idx="2"/>
          </p:cNvCxnSpPr>
          <p:nvPr/>
        </p:nvCxnSpPr>
        <p:spPr>
          <a:xfrm flipV="1">
            <a:off x="3730006" y="1280757"/>
            <a:ext cx="2869999" cy="123319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Прямая соединительная линия 88">
            <a:extLst>
              <a:ext uri="{FF2B5EF4-FFF2-40B4-BE49-F238E27FC236}">
                <a16:creationId xmlns="" xmlns:a16="http://schemas.microsoft.com/office/drawing/2014/main" id="{9785C65C-ABC1-7DA8-A489-7AD30B3843A1}"/>
              </a:ext>
            </a:extLst>
          </p:cNvPr>
          <p:cNvCxnSpPr>
            <a:stCxn id="69" idx="3"/>
            <a:endCxn id="70" idx="7"/>
          </p:cNvCxnSpPr>
          <p:nvPr/>
        </p:nvCxnSpPr>
        <p:spPr>
          <a:xfrm flipH="1">
            <a:off x="5930888" y="1458442"/>
            <a:ext cx="747828" cy="12111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Прямая соединительная линия 89">
            <a:extLst>
              <a:ext uri="{FF2B5EF4-FFF2-40B4-BE49-F238E27FC236}">
                <a16:creationId xmlns="" xmlns:a16="http://schemas.microsoft.com/office/drawing/2014/main" id="{9D2A72DA-2058-1D13-FBF0-ADEF4A400403}"/>
              </a:ext>
            </a:extLst>
          </p:cNvPr>
          <p:cNvCxnSpPr>
            <a:cxnSpLocks/>
          </p:cNvCxnSpPr>
          <p:nvPr/>
        </p:nvCxnSpPr>
        <p:spPr>
          <a:xfrm flipH="1">
            <a:off x="459313" y="6255100"/>
            <a:ext cx="89129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1" name="Прямая соединительная линия 90">
            <a:extLst>
              <a:ext uri="{FF2B5EF4-FFF2-40B4-BE49-F238E27FC236}">
                <a16:creationId xmlns="" xmlns:a16="http://schemas.microsoft.com/office/drawing/2014/main" id="{99FA7E52-50D0-DD9D-56FF-2104AF411EED}"/>
              </a:ext>
            </a:extLst>
          </p:cNvPr>
          <p:cNvCxnSpPr>
            <a:cxnSpLocks/>
          </p:cNvCxnSpPr>
          <p:nvPr/>
        </p:nvCxnSpPr>
        <p:spPr>
          <a:xfrm>
            <a:off x="459313" y="5947559"/>
            <a:ext cx="89129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2" name="Прямая соединительная линия 91">
            <a:extLst>
              <a:ext uri="{FF2B5EF4-FFF2-40B4-BE49-F238E27FC236}">
                <a16:creationId xmlns="" xmlns:a16="http://schemas.microsoft.com/office/drawing/2014/main" id="{FB8C6DE5-8BB5-9360-37BB-8287541884EF}"/>
              </a:ext>
            </a:extLst>
          </p:cNvPr>
          <p:cNvCxnSpPr>
            <a:cxnSpLocks/>
          </p:cNvCxnSpPr>
          <p:nvPr/>
        </p:nvCxnSpPr>
        <p:spPr>
          <a:xfrm flipH="1">
            <a:off x="459313" y="5640018"/>
            <a:ext cx="89129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3" name="Прямоугольник 92">
            <a:extLst>
              <a:ext uri="{FF2B5EF4-FFF2-40B4-BE49-F238E27FC236}">
                <a16:creationId xmlns="" xmlns:a16="http://schemas.microsoft.com/office/drawing/2014/main" id="{D154A3F3-8F6D-20A3-1AB3-0E296DD86EBB}"/>
              </a:ext>
            </a:extLst>
          </p:cNvPr>
          <p:cNvSpPr/>
          <p:nvPr/>
        </p:nvSpPr>
        <p:spPr>
          <a:xfrm>
            <a:off x="1462560" y="5834422"/>
            <a:ext cx="1729975" cy="2262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Бездорожье</a:t>
            </a:r>
          </a:p>
        </p:txBody>
      </p:sp>
      <p:sp>
        <p:nvSpPr>
          <p:cNvPr id="94" name="Прямоугольник 93">
            <a:extLst>
              <a:ext uri="{FF2B5EF4-FFF2-40B4-BE49-F238E27FC236}">
                <a16:creationId xmlns="" xmlns:a16="http://schemas.microsoft.com/office/drawing/2014/main" id="{772BD064-CB5C-0B39-5631-E3DD28BC1374}"/>
              </a:ext>
            </a:extLst>
          </p:cNvPr>
          <p:cNvSpPr/>
          <p:nvPr/>
        </p:nvSpPr>
        <p:spPr>
          <a:xfrm>
            <a:off x="1462559" y="6141963"/>
            <a:ext cx="1729975" cy="2262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Велосипедка</a:t>
            </a:r>
            <a:endParaRPr lang="ru-RU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="" xmlns:a16="http://schemas.microsoft.com/office/drawing/2014/main" id="{6790F682-5B90-1CA8-E989-2418F23C95D9}"/>
              </a:ext>
            </a:extLst>
          </p:cNvPr>
          <p:cNvSpPr/>
          <p:nvPr/>
        </p:nvSpPr>
        <p:spPr>
          <a:xfrm>
            <a:off x="1462559" y="5526881"/>
            <a:ext cx="1729975" cy="2262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Дорога</a:t>
            </a:r>
          </a:p>
        </p:txBody>
      </p:sp>
      <p:sp>
        <p:nvSpPr>
          <p:cNvPr id="96" name="Прямоугольник 95">
            <a:extLst>
              <a:ext uri="{FF2B5EF4-FFF2-40B4-BE49-F238E27FC236}">
                <a16:creationId xmlns="" xmlns:a16="http://schemas.microsoft.com/office/drawing/2014/main" id="{26349CB0-EE45-0DE9-B56C-452718D0E1DD}"/>
              </a:ext>
            </a:extLst>
          </p:cNvPr>
          <p:cNvSpPr/>
          <p:nvPr/>
        </p:nvSpPr>
        <p:spPr>
          <a:xfrm>
            <a:off x="8093798" y="374565"/>
            <a:ext cx="1899343" cy="50257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 – Остановка 1</a:t>
            </a:r>
          </a:p>
        </p:txBody>
      </p:sp>
      <p:sp>
        <p:nvSpPr>
          <p:cNvPr id="97" name="Прямоугольник 96">
            <a:extLst>
              <a:ext uri="{FF2B5EF4-FFF2-40B4-BE49-F238E27FC236}">
                <a16:creationId xmlns="" xmlns:a16="http://schemas.microsoft.com/office/drawing/2014/main" id="{3B1B2C01-18D3-A2CC-E9EA-C0B12A03B4BB}"/>
              </a:ext>
            </a:extLst>
          </p:cNvPr>
          <p:cNvSpPr/>
          <p:nvPr/>
        </p:nvSpPr>
        <p:spPr>
          <a:xfrm>
            <a:off x="8093798" y="877135"/>
            <a:ext cx="1899343" cy="50257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r>
              <a:rPr lang="ru-RU" dirty="0"/>
              <a:t> </a:t>
            </a:r>
            <a:r>
              <a:rPr lang="en-US" dirty="0"/>
              <a:t>–</a:t>
            </a:r>
            <a:r>
              <a:rPr lang="ru-RU" dirty="0"/>
              <a:t> Остановка 2</a:t>
            </a:r>
          </a:p>
        </p:txBody>
      </p:sp>
      <p:sp>
        <p:nvSpPr>
          <p:cNvPr id="98" name="Прямоугольник 97">
            <a:extLst>
              <a:ext uri="{FF2B5EF4-FFF2-40B4-BE49-F238E27FC236}">
                <a16:creationId xmlns="" xmlns:a16="http://schemas.microsoft.com/office/drawing/2014/main" id="{6AAE3EA2-CFFF-CAAF-E918-4C18F92F32C6}"/>
              </a:ext>
            </a:extLst>
          </p:cNvPr>
          <p:cNvSpPr/>
          <p:nvPr/>
        </p:nvSpPr>
        <p:spPr>
          <a:xfrm>
            <a:off x="8093799" y="2368750"/>
            <a:ext cx="1899342" cy="50257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Е – Остановка 5</a:t>
            </a:r>
          </a:p>
        </p:txBody>
      </p:sp>
      <p:sp>
        <p:nvSpPr>
          <p:cNvPr id="99" name="Прямоугольник 98">
            <a:extLst>
              <a:ext uri="{FF2B5EF4-FFF2-40B4-BE49-F238E27FC236}">
                <a16:creationId xmlns="" xmlns:a16="http://schemas.microsoft.com/office/drawing/2014/main" id="{632F73FF-252C-E22E-279E-1C4DCEFAB20F}"/>
              </a:ext>
            </a:extLst>
          </p:cNvPr>
          <p:cNvSpPr/>
          <p:nvPr/>
        </p:nvSpPr>
        <p:spPr>
          <a:xfrm>
            <a:off x="8093797" y="1871267"/>
            <a:ext cx="1899343" cy="50257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r>
              <a:rPr lang="ru-RU" dirty="0"/>
              <a:t> – Остановка 4</a:t>
            </a:r>
          </a:p>
        </p:txBody>
      </p:sp>
      <p:sp>
        <p:nvSpPr>
          <p:cNvPr id="100" name="Прямоугольник 99">
            <a:extLst>
              <a:ext uri="{FF2B5EF4-FFF2-40B4-BE49-F238E27FC236}">
                <a16:creationId xmlns="" xmlns:a16="http://schemas.microsoft.com/office/drawing/2014/main" id="{124BF80F-D498-8929-6CBB-22888BC7B927}"/>
              </a:ext>
            </a:extLst>
          </p:cNvPr>
          <p:cNvSpPr/>
          <p:nvPr/>
        </p:nvSpPr>
        <p:spPr>
          <a:xfrm>
            <a:off x="8093928" y="2857454"/>
            <a:ext cx="1894368" cy="50257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 – </a:t>
            </a:r>
            <a:r>
              <a:rPr lang="ru-RU" dirty="0"/>
              <a:t>Остановка 6</a:t>
            </a: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="" xmlns:a16="http://schemas.microsoft.com/office/drawing/2014/main" id="{3E906694-0F95-A1BC-40BD-FF409EE32572}"/>
              </a:ext>
            </a:extLst>
          </p:cNvPr>
          <p:cNvSpPr/>
          <p:nvPr/>
        </p:nvSpPr>
        <p:spPr>
          <a:xfrm>
            <a:off x="8093798" y="1371563"/>
            <a:ext cx="1899343" cy="50257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 – Остановка 3</a:t>
            </a: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="" xmlns:a16="http://schemas.microsoft.com/office/drawing/2014/main" id="{83E25CB4-CEAD-4F2A-678F-FDD716EF0CC7}"/>
              </a:ext>
            </a:extLst>
          </p:cNvPr>
          <p:cNvSpPr/>
          <p:nvPr/>
        </p:nvSpPr>
        <p:spPr>
          <a:xfrm>
            <a:off x="9938717" y="2852482"/>
            <a:ext cx="1898395" cy="50628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Закончились…</a:t>
            </a: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="" xmlns:a16="http://schemas.microsoft.com/office/drawing/2014/main" id="{B15A196E-1BD8-586A-17CB-E75ABDE7B467}"/>
              </a:ext>
            </a:extLst>
          </p:cNvPr>
          <p:cNvSpPr/>
          <p:nvPr/>
        </p:nvSpPr>
        <p:spPr>
          <a:xfrm>
            <a:off x="9938693" y="2370345"/>
            <a:ext cx="1899342" cy="490279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  <a:r>
              <a:rPr lang="ru-RU" dirty="0"/>
              <a:t> – Остановка 11</a:t>
            </a: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="" xmlns:a16="http://schemas.microsoft.com/office/drawing/2014/main" id="{493E762F-D724-EC17-196E-F07800EFA4D5}"/>
              </a:ext>
            </a:extLst>
          </p:cNvPr>
          <p:cNvSpPr/>
          <p:nvPr/>
        </p:nvSpPr>
        <p:spPr>
          <a:xfrm>
            <a:off x="9941692" y="1858351"/>
            <a:ext cx="1899343" cy="51548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  <a:r>
              <a:rPr lang="ru-RU" dirty="0"/>
              <a:t> – Остановка 10</a:t>
            </a: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="" xmlns:a16="http://schemas.microsoft.com/office/drawing/2014/main" id="{9E2656E2-D9BF-4B09-9C15-0FC43EF2F90E}"/>
              </a:ext>
            </a:extLst>
          </p:cNvPr>
          <p:cNvSpPr/>
          <p:nvPr/>
        </p:nvSpPr>
        <p:spPr>
          <a:xfrm>
            <a:off x="9941692" y="1364882"/>
            <a:ext cx="1899343" cy="50257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  <a:r>
              <a:rPr lang="ru-RU" dirty="0"/>
              <a:t> – Остановка 9</a:t>
            </a: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="" xmlns:a16="http://schemas.microsoft.com/office/drawing/2014/main" id="{5155D127-A911-79BD-5ED3-E68D35975134}"/>
              </a:ext>
            </a:extLst>
          </p:cNvPr>
          <p:cNvSpPr/>
          <p:nvPr/>
        </p:nvSpPr>
        <p:spPr>
          <a:xfrm>
            <a:off x="9941692" y="865173"/>
            <a:ext cx="1899343" cy="50257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  <a:r>
              <a:rPr lang="ru-RU" dirty="0"/>
              <a:t> </a:t>
            </a:r>
            <a:r>
              <a:rPr lang="en-US" dirty="0"/>
              <a:t>–</a:t>
            </a:r>
            <a:r>
              <a:rPr lang="ru-RU" dirty="0"/>
              <a:t> Остановка 8</a:t>
            </a: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="" xmlns:a16="http://schemas.microsoft.com/office/drawing/2014/main" id="{D6ECFD70-2D82-6B22-C909-169B2A56C302}"/>
              </a:ext>
            </a:extLst>
          </p:cNvPr>
          <p:cNvSpPr/>
          <p:nvPr/>
        </p:nvSpPr>
        <p:spPr>
          <a:xfrm>
            <a:off x="9941692" y="374500"/>
            <a:ext cx="1899343" cy="50257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 – </a:t>
            </a:r>
            <a:r>
              <a:rPr lang="ru-RU" dirty="0"/>
              <a:t>Остановка 7</a:t>
            </a:r>
          </a:p>
        </p:txBody>
      </p:sp>
      <p:cxnSp>
        <p:nvCxnSpPr>
          <p:cNvPr id="108" name="Прямая соединительная линия 107">
            <a:extLst>
              <a:ext uri="{FF2B5EF4-FFF2-40B4-BE49-F238E27FC236}">
                <a16:creationId xmlns="" xmlns:a16="http://schemas.microsoft.com/office/drawing/2014/main" id="{99599406-8E1C-331F-0F0C-9E3624BB13E8}"/>
              </a:ext>
            </a:extLst>
          </p:cNvPr>
          <p:cNvCxnSpPr>
            <a:stCxn id="67" idx="6"/>
            <a:endCxn id="68" idx="2"/>
          </p:cNvCxnSpPr>
          <p:nvPr/>
        </p:nvCxnSpPr>
        <p:spPr>
          <a:xfrm>
            <a:off x="5476100" y="3883800"/>
            <a:ext cx="1454390" cy="27332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9" name="Прямоугольник 108"/>
          <p:cNvSpPr/>
          <p:nvPr/>
        </p:nvSpPr>
        <p:spPr>
          <a:xfrm>
            <a:off x="6009598" y="4760786"/>
            <a:ext cx="579957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Вершины: Каждая вершина графа представляет собой автобусную остановку в городе.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Рёбра: Каждое ребро связывает две остановки и представляет собой маршрут общественного транспорта, соединяющий эти остановки.</a:t>
            </a:r>
          </a:p>
        </p:txBody>
      </p:sp>
    </p:spTree>
    <p:extLst>
      <p:ext uri="{BB962C8B-B14F-4D97-AF65-F5344CB8AC3E}">
        <p14:creationId xmlns:p14="http://schemas.microsoft.com/office/powerpoint/2010/main" val="4021319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Заголовок 1">
            <a:extLst>
              <a:ext uri="{FF2B5EF4-FFF2-40B4-BE49-F238E27FC236}">
                <a16:creationId xmlns="" xmlns:a16="http://schemas.microsoft.com/office/drawing/2014/main" id="{F2DE009B-FBFB-AFD1-EC2E-8AE210AA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50" y="341107"/>
            <a:ext cx="2816190" cy="970450"/>
          </a:xfrm>
        </p:spPr>
        <p:txBody>
          <a:bodyPr/>
          <a:lstStyle/>
          <a:p>
            <a:r>
              <a:rPr lang="ru-RU" dirty="0"/>
              <a:t>Подграф</a:t>
            </a:r>
          </a:p>
        </p:txBody>
      </p:sp>
      <p:sp>
        <p:nvSpPr>
          <p:cNvPr id="57" name="Овал 56">
            <a:extLst>
              <a:ext uri="{FF2B5EF4-FFF2-40B4-BE49-F238E27FC236}">
                <a16:creationId xmlns="" xmlns:a16="http://schemas.microsoft.com/office/drawing/2014/main" id="{C96C557F-7852-EFE0-2F8F-F36425947381}"/>
              </a:ext>
            </a:extLst>
          </p:cNvPr>
          <p:cNvSpPr/>
          <p:nvPr/>
        </p:nvSpPr>
        <p:spPr>
          <a:xfrm>
            <a:off x="1350452" y="1717911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</a:t>
            </a:r>
          </a:p>
        </p:txBody>
      </p:sp>
      <p:sp>
        <p:nvSpPr>
          <p:cNvPr id="58" name="Овал 57">
            <a:extLst>
              <a:ext uri="{FF2B5EF4-FFF2-40B4-BE49-F238E27FC236}">
                <a16:creationId xmlns="" xmlns:a16="http://schemas.microsoft.com/office/drawing/2014/main" id="{F020573F-5A35-F39C-9200-3D68AAA210DD}"/>
              </a:ext>
            </a:extLst>
          </p:cNvPr>
          <p:cNvSpPr/>
          <p:nvPr/>
        </p:nvSpPr>
        <p:spPr>
          <a:xfrm>
            <a:off x="6548722" y="3685302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ru-RU" dirty="0"/>
          </a:p>
        </p:txBody>
      </p:sp>
      <p:sp>
        <p:nvSpPr>
          <p:cNvPr id="59" name="Овал 58">
            <a:extLst>
              <a:ext uri="{FF2B5EF4-FFF2-40B4-BE49-F238E27FC236}">
                <a16:creationId xmlns="" xmlns:a16="http://schemas.microsoft.com/office/drawing/2014/main" id="{4380FB47-8FF2-7F61-5B89-74BD0D41F4E1}"/>
              </a:ext>
            </a:extLst>
          </p:cNvPr>
          <p:cNvSpPr/>
          <p:nvPr/>
        </p:nvSpPr>
        <p:spPr>
          <a:xfrm>
            <a:off x="5706465" y="6021756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  <a:endParaRPr lang="ru-RU" dirty="0"/>
          </a:p>
        </p:txBody>
      </p:sp>
      <p:sp>
        <p:nvSpPr>
          <p:cNvPr id="110" name="Овал 109">
            <a:extLst>
              <a:ext uri="{FF2B5EF4-FFF2-40B4-BE49-F238E27FC236}">
                <a16:creationId xmlns="" xmlns:a16="http://schemas.microsoft.com/office/drawing/2014/main" id="{2BB68E26-CE40-48E7-EB69-11504AEE97AC}"/>
              </a:ext>
            </a:extLst>
          </p:cNvPr>
          <p:cNvSpPr/>
          <p:nvPr/>
        </p:nvSpPr>
        <p:spPr>
          <a:xfrm>
            <a:off x="399125" y="3630928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</a:t>
            </a:r>
            <a:endParaRPr lang="ru-RU" b="1" dirty="0"/>
          </a:p>
        </p:txBody>
      </p:sp>
      <p:sp>
        <p:nvSpPr>
          <p:cNvPr id="111" name="Овал 110">
            <a:extLst>
              <a:ext uri="{FF2B5EF4-FFF2-40B4-BE49-F238E27FC236}">
                <a16:creationId xmlns="" xmlns:a16="http://schemas.microsoft.com/office/drawing/2014/main" id="{E3E902DE-89B9-516C-C4C2-8DA39AC11547}"/>
              </a:ext>
            </a:extLst>
          </p:cNvPr>
          <p:cNvSpPr/>
          <p:nvPr/>
        </p:nvSpPr>
        <p:spPr>
          <a:xfrm>
            <a:off x="4978968" y="1717911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sp>
        <p:nvSpPr>
          <p:cNvPr id="112" name="Овал 111">
            <a:extLst>
              <a:ext uri="{FF2B5EF4-FFF2-40B4-BE49-F238E27FC236}">
                <a16:creationId xmlns="" xmlns:a16="http://schemas.microsoft.com/office/drawing/2014/main" id="{566EB2F7-3DF9-EB4F-7D68-1BF63979251E}"/>
              </a:ext>
            </a:extLst>
          </p:cNvPr>
          <p:cNvSpPr/>
          <p:nvPr/>
        </p:nvSpPr>
        <p:spPr>
          <a:xfrm>
            <a:off x="4982941" y="4975925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  <a:endParaRPr lang="ru-RU" dirty="0"/>
          </a:p>
        </p:txBody>
      </p:sp>
      <p:sp>
        <p:nvSpPr>
          <p:cNvPr id="113" name="Овал 112">
            <a:extLst>
              <a:ext uri="{FF2B5EF4-FFF2-40B4-BE49-F238E27FC236}">
                <a16:creationId xmlns="" xmlns:a16="http://schemas.microsoft.com/office/drawing/2014/main" id="{AA46015F-A828-9E29-A85A-45164525B14F}"/>
              </a:ext>
            </a:extLst>
          </p:cNvPr>
          <p:cNvSpPr/>
          <p:nvPr/>
        </p:nvSpPr>
        <p:spPr>
          <a:xfrm>
            <a:off x="6974803" y="5249247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  <a:endParaRPr lang="ru-RU" dirty="0"/>
          </a:p>
        </p:txBody>
      </p:sp>
      <p:sp>
        <p:nvSpPr>
          <p:cNvPr id="114" name="Овал 113">
            <a:extLst>
              <a:ext uri="{FF2B5EF4-FFF2-40B4-BE49-F238E27FC236}">
                <a16:creationId xmlns="" xmlns:a16="http://schemas.microsoft.com/office/drawing/2014/main" id="{FFC19A5F-4131-F4B4-956E-77F8DE948795}"/>
              </a:ext>
            </a:extLst>
          </p:cNvPr>
          <p:cNvSpPr/>
          <p:nvPr/>
        </p:nvSpPr>
        <p:spPr>
          <a:xfrm>
            <a:off x="6644318" y="2372882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endParaRPr lang="ru-RU" dirty="0"/>
          </a:p>
        </p:txBody>
      </p:sp>
      <p:sp>
        <p:nvSpPr>
          <p:cNvPr id="115" name="Овал 114">
            <a:extLst>
              <a:ext uri="{FF2B5EF4-FFF2-40B4-BE49-F238E27FC236}">
                <a16:creationId xmlns="" xmlns:a16="http://schemas.microsoft.com/office/drawing/2014/main" id="{BD61363A-7DAB-0878-9198-23E95C4CDEE5}"/>
              </a:ext>
            </a:extLst>
          </p:cNvPr>
          <p:cNvSpPr/>
          <p:nvPr/>
        </p:nvSpPr>
        <p:spPr>
          <a:xfrm>
            <a:off x="5516440" y="3939448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ru-RU" dirty="0"/>
          </a:p>
        </p:txBody>
      </p:sp>
      <p:cxnSp>
        <p:nvCxnSpPr>
          <p:cNvPr id="116" name="Прямая соединительная линия 115">
            <a:extLst>
              <a:ext uri="{FF2B5EF4-FFF2-40B4-BE49-F238E27FC236}">
                <a16:creationId xmlns="" xmlns:a16="http://schemas.microsoft.com/office/drawing/2014/main" id="{9B30AC43-D462-A317-DC92-99F80DDE5C3B}"/>
              </a:ext>
            </a:extLst>
          </p:cNvPr>
          <p:cNvCxnSpPr>
            <a:cxnSpLocks/>
            <a:stCxn id="57" idx="5"/>
          </p:cNvCxnSpPr>
          <p:nvPr/>
        </p:nvCxnSpPr>
        <p:spPr>
          <a:xfrm flipH="1">
            <a:off x="870973" y="2146882"/>
            <a:ext cx="938240" cy="1557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Прямая соединительная линия 117">
            <a:extLst>
              <a:ext uri="{FF2B5EF4-FFF2-40B4-BE49-F238E27FC236}">
                <a16:creationId xmlns="" xmlns:a16="http://schemas.microsoft.com/office/drawing/2014/main" id="{E06CF1F0-855B-F3BE-5A9F-CF180F3164A1}"/>
              </a:ext>
            </a:extLst>
          </p:cNvPr>
          <p:cNvCxnSpPr>
            <a:cxnSpLocks/>
            <a:stCxn id="57" idx="5"/>
            <a:endCxn id="111" idx="2"/>
          </p:cNvCxnSpPr>
          <p:nvPr/>
        </p:nvCxnSpPr>
        <p:spPr>
          <a:xfrm flipV="1">
            <a:off x="1809213" y="1969197"/>
            <a:ext cx="3169755" cy="17768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>
            <a:extLst>
              <a:ext uri="{FF2B5EF4-FFF2-40B4-BE49-F238E27FC236}">
                <a16:creationId xmlns="" xmlns:a16="http://schemas.microsoft.com/office/drawing/2014/main" id="{75BDF482-9832-6D6F-E8EC-6791FA9DDB03}"/>
              </a:ext>
            </a:extLst>
          </p:cNvPr>
          <p:cNvCxnSpPr>
            <a:stCxn id="111" idx="3"/>
            <a:endCxn id="111" idx="4"/>
          </p:cNvCxnSpPr>
          <p:nvPr/>
        </p:nvCxnSpPr>
        <p:spPr>
          <a:xfrm>
            <a:off x="5057679" y="2146882"/>
            <a:ext cx="190025" cy="73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единительная линия 119">
            <a:extLst>
              <a:ext uri="{FF2B5EF4-FFF2-40B4-BE49-F238E27FC236}">
                <a16:creationId xmlns="" xmlns:a16="http://schemas.microsoft.com/office/drawing/2014/main" id="{5C6752CD-77A2-BF44-A640-72AF96A04AD7}"/>
              </a:ext>
            </a:extLst>
          </p:cNvPr>
          <p:cNvCxnSpPr>
            <a:cxnSpLocks/>
            <a:stCxn id="111" idx="6"/>
            <a:endCxn id="114" idx="2"/>
          </p:cNvCxnSpPr>
          <p:nvPr/>
        </p:nvCxnSpPr>
        <p:spPr>
          <a:xfrm>
            <a:off x="5516440" y="1969197"/>
            <a:ext cx="1127878" cy="65497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>
            <a:extLst>
              <a:ext uri="{FF2B5EF4-FFF2-40B4-BE49-F238E27FC236}">
                <a16:creationId xmlns="" xmlns:a16="http://schemas.microsoft.com/office/drawing/2014/main" id="{CA0C41F0-C011-019B-7319-927C1B1607CA}"/>
              </a:ext>
            </a:extLst>
          </p:cNvPr>
          <p:cNvCxnSpPr>
            <a:cxnSpLocks/>
            <a:stCxn id="58" idx="4"/>
            <a:endCxn id="113" idx="1"/>
          </p:cNvCxnSpPr>
          <p:nvPr/>
        </p:nvCxnSpPr>
        <p:spPr>
          <a:xfrm>
            <a:off x="6817458" y="4187873"/>
            <a:ext cx="236056" cy="11349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Прямая соединительная линия 121">
            <a:extLst>
              <a:ext uri="{FF2B5EF4-FFF2-40B4-BE49-F238E27FC236}">
                <a16:creationId xmlns="" xmlns:a16="http://schemas.microsoft.com/office/drawing/2014/main" id="{77F3F0DE-B10F-B6B8-85D1-2DED144331A8}"/>
              </a:ext>
            </a:extLst>
          </p:cNvPr>
          <p:cNvCxnSpPr>
            <a:cxnSpLocks/>
            <a:stCxn id="58" idx="0"/>
            <a:endCxn id="114" idx="4"/>
          </p:cNvCxnSpPr>
          <p:nvPr/>
        </p:nvCxnSpPr>
        <p:spPr>
          <a:xfrm flipV="1">
            <a:off x="6817458" y="2875453"/>
            <a:ext cx="95596" cy="8098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>
            <a:extLst>
              <a:ext uri="{FF2B5EF4-FFF2-40B4-BE49-F238E27FC236}">
                <a16:creationId xmlns="" xmlns:a16="http://schemas.microsoft.com/office/drawing/2014/main" id="{8CC4769F-12F9-ACC6-EDB3-43AED36360F1}"/>
              </a:ext>
            </a:extLst>
          </p:cNvPr>
          <p:cNvCxnSpPr>
            <a:cxnSpLocks/>
            <a:stCxn id="112" idx="0"/>
            <a:endCxn id="115" idx="2"/>
          </p:cNvCxnSpPr>
          <p:nvPr/>
        </p:nvCxnSpPr>
        <p:spPr>
          <a:xfrm flipV="1">
            <a:off x="5251677" y="4190734"/>
            <a:ext cx="264763" cy="7851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4" name="Прямая соединительная линия 123">
            <a:extLst>
              <a:ext uri="{FF2B5EF4-FFF2-40B4-BE49-F238E27FC236}">
                <a16:creationId xmlns="" xmlns:a16="http://schemas.microsoft.com/office/drawing/2014/main" id="{23050A2D-0121-B31C-B072-CA090F131E04}"/>
              </a:ext>
            </a:extLst>
          </p:cNvPr>
          <p:cNvCxnSpPr>
            <a:cxnSpLocks/>
            <a:stCxn id="113" idx="3"/>
          </p:cNvCxnSpPr>
          <p:nvPr/>
        </p:nvCxnSpPr>
        <p:spPr>
          <a:xfrm flipH="1">
            <a:off x="5975201" y="5678218"/>
            <a:ext cx="1078313" cy="3435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6" name="Прямая соединительная линия 125">
            <a:extLst>
              <a:ext uri="{FF2B5EF4-FFF2-40B4-BE49-F238E27FC236}">
                <a16:creationId xmlns="" xmlns:a16="http://schemas.microsoft.com/office/drawing/2014/main" id="{8AC3EEC8-6444-4AA7-A24C-309A9C738188}"/>
              </a:ext>
            </a:extLst>
          </p:cNvPr>
          <p:cNvCxnSpPr>
            <a:cxnSpLocks/>
            <a:stCxn id="110" idx="7"/>
            <a:endCxn id="115" idx="2"/>
          </p:cNvCxnSpPr>
          <p:nvPr/>
        </p:nvCxnSpPr>
        <p:spPr>
          <a:xfrm>
            <a:off x="857886" y="3704528"/>
            <a:ext cx="4658554" cy="4862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7698327" y="5149961"/>
            <a:ext cx="30419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 уже видим, что между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“B”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“C”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есть конфликт, что означает, что граф не двудольный.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783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Рисунок 5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47" y="346222"/>
            <a:ext cx="2761200" cy="2814990"/>
          </a:xfrm>
          <a:prstGeom prst="rect">
            <a:avLst/>
          </a:prstGeom>
        </p:spPr>
      </p:pic>
      <p:pic>
        <p:nvPicPr>
          <p:cNvPr id="54" name="Рисунок 5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47" y="3638170"/>
            <a:ext cx="2893035" cy="2910676"/>
          </a:xfrm>
          <a:prstGeom prst="rect">
            <a:avLst/>
          </a:prstGeom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538058" y="346222"/>
            <a:ext cx="772297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Матрица смежности для неориентированного графа — это квадратная матрица, в которой строки и столбцы представляют собой вершины графа, а элементы матрицы показывают наличие связи (ребра) между вершинами. Если между вершинами A и B есть ребро, то элемент в позиции (A, B) и (B, A) будет равен 1, в противном случае — 0.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538058" y="3566656"/>
            <a:ext cx="772297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Матрица инцидентности показывает связь между рёбрами и вершинами графа. В этой матрице строки представляют рёбра, а столбцы — вершины. Если ребро инцидентно (связано) с вершиной, то соответствующий элемент равен 1, в противном случае — 0. Для неориентированного графа каждое ребро будет отмечено в двух столбцах (один для каждой из соединённых им вершин).</a:t>
            </a:r>
          </a:p>
        </p:txBody>
      </p:sp>
    </p:spTree>
    <p:extLst>
      <p:ext uri="{BB962C8B-B14F-4D97-AF65-F5344CB8AC3E}">
        <p14:creationId xmlns:p14="http://schemas.microsoft.com/office/powerpoint/2010/main" val="4224344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31"/>
          </p:nvPr>
        </p:nvSpPr>
        <p:spPr/>
        <p:txBody>
          <a:bodyPr/>
          <a:lstStyle/>
          <a:p>
            <a:r>
              <a:rPr lang="ru-RU" dirty="0" err="1"/>
              <a:t>Графовая</a:t>
            </a:r>
            <a:r>
              <a:rPr lang="ru-RU" dirty="0"/>
              <a:t> модель транспортной системы в </a:t>
            </a:r>
            <a:r>
              <a:rPr lang="ru-RU" dirty="0" smtClean="0"/>
              <a:t>городе позволяет </a:t>
            </a:r>
            <a:r>
              <a:rPr lang="ru-RU" dirty="0"/>
              <a:t>визуализировать маршруты общественного транспорта, анализировать возможные пути и оптимизировать движение. В дальнейшем, граф может быть использован для разработки мобильных приложений, помогающих пассажирам планировать свои поездки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844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 1">
            <a:extLst>
              <a:ext uri="{FF2B5EF4-FFF2-40B4-BE49-F238E27FC236}">
                <a16:creationId xmlns=""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 за внимание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=""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6500A68A-B4A1-5DE1-202F-10147DB5E8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56" b="1762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63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286</TotalTime>
  <Words>372</Words>
  <Application>Microsoft Office PowerPoint</Application>
  <PresentationFormat>Широкоэкранный</PresentationFormat>
  <Paragraphs>66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Biome Light</vt:lpstr>
      <vt:lpstr>Calibri</vt:lpstr>
      <vt:lpstr>Century Gothic</vt:lpstr>
      <vt:lpstr>Times New Roman</vt:lpstr>
      <vt:lpstr>Wingdings 2</vt:lpstr>
      <vt:lpstr>Цитаты</vt:lpstr>
      <vt:lpstr>Презентация PowerPoint</vt:lpstr>
      <vt:lpstr>Повестка</vt:lpstr>
      <vt:lpstr>Введение</vt:lpstr>
      <vt:lpstr>Проблема</vt:lpstr>
      <vt:lpstr>Презентация PowerPoint</vt:lpstr>
      <vt:lpstr>Подграф</vt:lpstr>
      <vt:lpstr>Презентация PowerPoint</vt:lpstr>
      <vt:lpstr>заключение</vt:lpstr>
      <vt:lpstr>СПАСИБО за внимание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Построение графовой модели</dc:title>
  <dc:creator>Z0nik2 |</dc:creator>
  <cp:lastModifiedBy>Nikei200709 Safen00808</cp:lastModifiedBy>
  <cp:revision>20</cp:revision>
  <dcterms:created xsi:type="dcterms:W3CDTF">2024-11-15T06:50:35Z</dcterms:created>
  <dcterms:modified xsi:type="dcterms:W3CDTF">2024-11-16T02:44:31Z</dcterms:modified>
</cp:coreProperties>
</file>