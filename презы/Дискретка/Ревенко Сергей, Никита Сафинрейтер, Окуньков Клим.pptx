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22"/>
  </p:notesMasterIdLst>
  <p:sldIdLst>
    <p:sldId id="263" r:id="rId2"/>
    <p:sldId id="266" r:id="rId3"/>
    <p:sldId id="268" r:id="rId4"/>
    <p:sldId id="271" r:id="rId5"/>
    <p:sldId id="275" r:id="rId6"/>
    <p:sldId id="279" r:id="rId7"/>
    <p:sldId id="280" r:id="rId8"/>
    <p:sldId id="281" r:id="rId9"/>
    <p:sldId id="278" r:id="rId10"/>
    <p:sldId id="282" r:id="rId11"/>
    <p:sldId id="283" r:id="rId12"/>
    <p:sldId id="285" r:id="rId13"/>
    <p:sldId id="284" r:id="rId14"/>
    <p:sldId id="286" r:id="rId15"/>
    <p:sldId id="287" r:id="rId16"/>
    <p:sldId id="288" r:id="rId17"/>
    <p:sldId id="289" r:id="rId18"/>
    <p:sldId id="290" r:id="rId19"/>
    <p:sldId id="272" r:id="rId20"/>
    <p:sldId id="269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47D3F42-0D7E-4F1E-A02D-B39A66ADD1DF}">
          <p14:sldIdLst>
            <p14:sldId id="263"/>
            <p14:sldId id="266"/>
            <p14:sldId id="268"/>
            <p14:sldId id="271"/>
            <p14:sldId id="275"/>
            <p14:sldId id="279"/>
            <p14:sldId id="280"/>
            <p14:sldId id="281"/>
            <p14:sldId id="278"/>
            <p14:sldId id="282"/>
            <p14:sldId id="283"/>
            <p14:sldId id="285"/>
            <p14:sldId id="284"/>
            <p14:sldId id="286"/>
            <p14:sldId id="287"/>
            <p14:sldId id="288"/>
            <p14:sldId id="289"/>
            <p14:sldId id="290"/>
            <p14:sldId id="272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0772" autoAdjust="0"/>
  </p:normalViewPr>
  <p:slideViewPr>
    <p:cSldViewPr snapToGrid="0">
      <p:cViewPr varScale="1">
        <p:scale>
          <a:sx n="87" d="100"/>
          <a:sy n="87" d="100"/>
        </p:scale>
        <p:origin x="9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0nik2 |" userId="edcdbffbdb199b0c" providerId="LiveId" clId="{B1505F20-9469-42EC-BA2B-424BDD553BCA}"/>
    <pc:docChg chg="undo custSel addSld delSld modSld sldOrd addSection delSection">
      <pc:chgData name="Z0nik2 |" userId="edcdbffbdb199b0c" providerId="LiveId" clId="{B1505F20-9469-42EC-BA2B-424BDD553BCA}" dt="2024-11-15T07:11:08.194" v="477" actId="1076"/>
      <pc:docMkLst>
        <pc:docMk/>
      </pc:docMkLst>
      <pc:sldChg chg="addSp delSp modSp mod">
        <pc:chgData name="Z0nik2 |" userId="edcdbffbdb199b0c" providerId="LiveId" clId="{B1505F20-9469-42EC-BA2B-424BDD553BCA}" dt="2024-11-15T07:11:08.194" v="477" actId="1076"/>
        <pc:sldMkLst>
          <pc:docMk/>
          <pc:sldMk cId="2707373307" sldId="256"/>
        </pc:sldMkLst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9" creationId="{080DFBAA-ABB9-A7E3-DAC8-684808913F64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1" creationId="{74A5F276-A57E-80FB-198C-7F3C52B7D7E7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2" creationId="{D0DC13A2-18E1-30BB-935C-E54CF523C866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3" creationId="{87BEC2FB-44AE-C73E-BFE2-9DD0ECA003D1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4" creationId="{63152E8C-77B1-EFD7-FA01-F86391CA5F30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5" creationId="{3D485D17-711E-0127-4CF8-1CEB3BB23AF8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6" creationId="{86F6565A-F2CC-F404-A6B3-9FE9CC35FC16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" creationId="{62EDFB10-1C15-FC79-43B1-4554E1479232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" creationId="{BCA4741E-4411-B01C-381D-DB191B8C4A36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9" creationId="{0DE76345-91D7-B7EA-677B-66793E072FA7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22" creationId="{B0A4C595-E10C-EA8A-930A-3C3CEA0C50D8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6" creationId="{D154A3F3-8F6D-20A3-1AB3-0E296DD86EBB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7" creationId="{772BD064-CB5C-0B39-5631-E3DD28BC1374}"/>
          </ac:spMkLst>
        </pc:spChg>
        <pc:spChg chg="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78" creationId="{6790F682-5B90-1CA8-E989-2418F23C95D9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0" creationId="{26349CB0-EE45-0DE9-B56C-452718D0E1DD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1" creationId="{3B1B2C01-18D3-A2CC-E9EA-C0B12A03B4BB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2" creationId="{6AAE3EA2-CFFF-CAAF-E918-4C18F92F32C6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3" creationId="{632F73FF-252C-E22E-279E-1C4DCEFAB20F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4" creationId="{124BF80F-D498-8929-6CBB-22888BC7B927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5" creationId="{3E906694-0F95-A1BC-40BD-FF409EE32572}"/>
          </ac:spMkLst>
        </pc:spChg>
        <pc:spChg chg="add del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6" creationId="{83E25CB4-CEAD-4F2A-678F-FDD716EF0CC7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7" creationId="{B15A196E-1BD8-586A-17CB-E75ABDE7B467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8" creationId="{493E762F-D724-EC17-196E-F07800EFA4D5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89" creationId="{9E2656E2-D9BF-4B09-9C15-0FC43EF2F90E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90" creationId="{5155D127-A911-79BD-5ED3-E68D35975134}"/>
          </ac:spMkLst>
        </pc:spChg>
        <pc:spChg chg="add mod">
          <ac:chgData name="Z0nik2 |" userId="edcdbffbdb199b0c" providerId="LiveId" clId="{B1505F20-9469-42EC-BA2B-424BDD553BCA}" dt="2024-11-15T07:11:08.194" v="477" actId="1076"/>
          <ac:spMkLst>
            <pc:docMk/>
            <pc:sldMk cId="2707373307" sldId="256"/>
            <ac:spMk id="191" creationId="{D6ECFD70-2D82-6B22-C909-169B2A56C302}"/>
          </ac:spMkLst>
        </pc:spChg>
        <pc:spChg chg="add mod">
          <ac:chgData name="Z0nik2 |" userId="edcdbffbdb199b0c" providerId="LiveId" clId="{B1505F20-9469-42EC-BA2B-424BDD553BCA}" dt="2024-11-15T07:10:56.341" v="476" actId="1076"/>
          <ac:spMkLst>
            <pc:docMk/>
            <pc:sldMk cId="2707373307" sldId="256"/>
            <ac:spMk id="195" creationId="{DD453238-B929-7361-4074-3A3212BE3CCA}"/>
          </ac:spMkLst>
        </pc:spChg>
        <pc:spChg chg="add del mod">
          <ac:chgData name="Z0nik2 |" userId="edcdbffbdb199b0c" providerId="LiveId" clId="{B1505F20-9469-42EC-BA2B-424BDD553BCA}" dt="2024-11-15T07:00:00.926" v="350" actId="22"/>
          <ac:spMkLst>
            <pc:docMk/>
            <pc:sldMk cId="2707373307" sldId="256"/>
            <ac:spMk id="197" creationId="{66C2A250-0233-55BC-2C53-EED9B30A6E33}"/>
          </ac:spMkLst>
        </pc:sp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24" creationId="{6D1F67CE-9B9D-6633-44CE-61712921445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26" creationId="{85049880-C38E-772F-3FC0-AF2F44434CF4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30" creationId="{5500D5F6-B2B4-E797-45E2-A077DC36934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34" creationId="{AE3805FA-4F04-3E0C-9BB4-5CFFD57CDE10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36" creationId="{3CD1EA2E-EC75-E88A-C6FA-7CABABCD3B1F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48" creationId="{4E13883D-DAB0-9831-D8B6-8DB402A0042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0" creationId="{D6CF520E-71E1-425D-2672-59305585D38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2" creationId="{87D237E8-1B17-D1B6-3DDD-934537FD3C2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4" creationId="{538C23A9-B1F9-093D-5569-CB167A406A1B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6" creationId="{31FFF953-4C36-E6FD-9A62-6A55C792FE9E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58" creationId="{DF675078-B5BA-8B90-F6E4-404EE35A2444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66" creationId="{4DA4D61A-8E02-4A4C-6DDF-096F1CB447E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83" creationId="{7A2465A2-1C0B-D4D6-8FF9-CACE7903FFB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86" creationId="{616CD643-71CB-AECC-A941-C987AD60DB0E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88" creationId="{288F84BF-3FC0-56E1-FB7A-C9B0DAE0BEC2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99" creationId="{A6819C9B-1C56-0A43-B089-DB568CB9DCC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22" creationId="{73D940FB-F9DC-B701-7B83-922610F34565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24" creationId="{A022B865-A55F-9F7B-8D5D-77B1459A8D59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26" creationId="{9785C65C-ABC1-7DA8-A489-7AD30B3843A1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66" creationId="{9D2A72DA-2058-1D13-FBF0-ADEF4A400403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68" creationId="{99FA7E52-50D0-DD9D-56FF-2104AF411EED}"/>
          </ac:cxnSpMkLst>
        </pc:cxnChg>
        <pc:cxnChg chg="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71" creationId="{FB8C6DE5-8BB5-9360-37BB-8287541884EF}"/>
          </ac:cxnSpMkLst>
        </pc:cxnChg>
        <pc:cxnChg chg="add mod">
          <ac:chgData name="Z0nik2 |" userId="edcdbffbdb199b0c" providerId="LiveId" clId="{B1505F20-9469-42EC-BA2B-424BDD553BCA}" dt="2024-11-15T07:11:08.194" v="477" actId="1076"/>
          <ac:cxnSpMkLst>
            <pc:docMk/>
            <pc:sldMk cId="2707373307" sldId="256"/>
            <ac:cxnSpMk id="193" creationId="{99599406-8E1C-331F-0F0C-9E3624BB13E8}"/>
          </ac:cxnSpMkLst>
        </pc:cxnChg>
      </pc:sldChg>
      <pc:sldChg chg="addSp modSp new mod ord">
        <pc:chgData name="Z0nik2 |" userId="edcdbffbdb199b0c" providerId="LiveId" clId="{B1505F20-9469-42EC-BA2B-424BDD553BCA}" dt="2024-11-15T07:06:03.887" v="435" actId="1076"/>
        <pc:sldMkLst>
          <pc:docMk/>
          <pc:sldMk cId="684103889" sldId="257"/>
        </pc:sldMkLst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2" creationId="{285FDB6F-FD74-60E4-836C-906FCB9F1681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3" creationId="{2BCAB43F-42F1-5BA6-5B5A-B34298FA35E6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4" creationId="{5B236E00-7123-10F7-67C1-10D6CE436DE2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5" creationId="{0337A9E8-83EE-FABF-53FC-C6058844BE96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6" creationId="{552F57AE-A3E0-172C-0636-F16AB3FA4FFA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7" creationId="{6FF95898-E527-13A0-8D35-CC8B0368BEF1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8" creationId="{A5D488F8-64D4-3362-B0B1-7F5B9D1A490B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9" creationId="{21D8A882-0C01-C58D-9252-0B7E97AC9331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10" creationId="{4E940C0B-848F-FE6B-0CCA-3ED79A2BEDD6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11" creationId="{6B438AEF-6CB1-28AE-3AC7-3E3762E6FAA4}"/>
          </ac:spMkLst>
        </pc:spChg>
        <pc:spChg chg="add mod">
          <ac:chgData name="Z0nik2 |" userId="edcdbffbdb199b0c" providerId="LiveId" clId="{B1505F20-9469-42EC-BA2B-424BDD553BCA}" dt="2024-11-15T07:05:42.981" v="431" actId="1076"/>
          <ac:spMkLst>
            <pc:docMk/>
            <pc:sldMk cId="684103889" sldId="257"/>
            <ac:spMk id="12" creationId="{A71A6B96-C5FC-E6D7-178C-C02C9C00676B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3" creationId="{7CEC7DB4-71E0-D3E7-75B7-B8FB0B87FF02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4" creationId="{FCAFC91C-4751-C1E0-5C8D-00D8F9394856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5" creationId="{FF40C50F-41FA-571B-625E-E0C928DDB509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6" creationId="{642B6071-A922-88F1-9D9B-DD0BDECF83FA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7" creationId="{F8C1D4CE-62E3-A3D0-172F-EA19858D5F9B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8" creationId="{6CBEE742-211E-C4AD-5EE7-1A160CF2B36C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39" creationId="{2B27DFBB-84D5-5D8E-61F4-4806D5D2CBBA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0" creationId="{E0B5D711-B24E-452F-D640-35CD4ADADE5F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1" creationId="{7A620655-7BE7-7CE5-9F18-58755B06B2ED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2" creationId="{CD35092D-A54F-2F8C-241C-8F6D05DAC12E}"/>
          </ac:spMkLst>
        </pc:spChg>
        <pc:spChg chg="add mod">
          <ac:chgData name="Z0nik2 |" userId="edcdbffbdb199b0c" providerId="LiveId" clId="{B1505F20-9469-42EC-BA2B-424BDD553BCA}" dt="2024-11-15T07:05:42.672" v="430"/>
          <ac:spMkLst>
            <pc:docMk/>
            <pc:sldMk cId="684103889" sldId="257"/>
            <ac:spMk id="43" creationId="{2C49BF1B-0790-CFE7-131C-4DB3D84AFFC5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4" creationId="{506A4DBB-9362-E1A3-1084-03E1F2928A99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5" creationId="{B6781A65-ECC0-3F1B-59A1-224E4B507020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6" creationId="{A389EC5F-B9EE-D89C-85CC-D2B4535815C0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7" creationId="{7FBE8BB1-BC0F-DC5D-ECC4-623D1EBAFD29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8" creationId="{839D3FF0-1553-C941-EC2C-30FDAC225ADE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69" creationId="{97B1360E-0C4E-8250-E4CB-31EE3986F877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0" creationId="{CFC14213-9E71-66B3-97E5-B3E88301C9A1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1" creationId="{5F5A1F3F-2329-A6EA-80AF-9C49BCDF574E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2" creationId="{A49EFC61-FF93-EBE1-B54C-E8C4B4547296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3" creationId="{217F73F2-237C-23ED-A700-F9232BB79010}"/>
          </ac:spMkLst>
        </pc:spChg>
        <pc:spChg chg="add mod">
          <ac:chgData name="Z0nik2 |" userId="edcdbffbdb199b0c" providerId="LiveId" clId="{B1505F20-9469-42EC-BA2B-424BDD553BCA}" dt="2024-11-15T07:05:51.987" v="433" actId="1076"/>
          <ac:spMkLst>
            <pc:docMk/>
            <pc:sldMk cId="684103889" sldId="257"/>
            <ac:spMk id="74" creationId="{D17247BD-BCD7-8CFB-23E6-C955F6954C42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5" creationId="{145DAD5B-9A2E-2A15-64A4-1577C00A25EF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6" creationId="{F052A352-395E-31C2-028A-588859455DD2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7" creationId="{447A153B-6072-9505-DAD7-C5C1E7C3F513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8" creationId="{E1E09D14-110F-7F6F-3FF0-DBBEED6B1F7C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99" creationId="{B86DF131-8632-B65C-F8B3-CC6224F241EE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0" creationId="{D5B236CC-0341-6967-FFED-23CF6B5E2B30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1" creationId="{43434562-BDD2-5ED8-B1D3-51A9E5F8E82A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2" creationId="{35B03F29-F2B4-4E94-06BD-71588242C621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3" creationId="{3F6FE567-04AA-AE4E-FA23-0C12529CD558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4" creationId="{BFD249BB-D5B7-4B13-A1B5-C90DE12496A4}"/>
          </ac:spMkLst>
        </pc:spChg>
        <pc:spChg chg="add mod">
          <ac:chgData name="Z0nik2 |" userId="edcdbffbdb199b0c" providerId="LiveId" clId="{B1505F20-9469-42EC-BA2B-424BDD553BCA}" dt="2024-11-15T07:06:03.887" v="435" actId="1076"/>
          <ac:spMkLst>
            <pc:docMk/>
            <pc:sldMk cId="684103889" sldId="257"/>
            <ac:spMk id="105" creationId="{CE70A486-A1EF-024D-415B-0AA00E596510}"/>
          </ac:spMkLst>
        </pc:sp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3" creationId="{11E6E1BC-0E05-6E18-33F5-71A6ECE4013C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4" creationId="{8756BCA0-6CA7-C727-A9AC-D4046E6F9A23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5" creationId="{7745A3AD-07F8-BF94-D5E7-AD34237651B2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6" creationId="{3328FBE9-3751-58EC-8C74-65EF38ACD5F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7" creationId="{CDDA9BF5-6BB1-8305-665B-AF5FAA07754C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8" creationId="{CD3FF41F-920F-0642-EA3E-7A3FD4BA0E4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19" creationId="{DAD57D4A-8F63-CBDD-4B5E-D1C0BB6AC4A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0" creationId="{192AE43A-CD90-5F6F-3643-3B849CB0EA76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1" creationId="{5E7B57F5-A788-5BD1-33F1-3AD983871CE7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2" creationId="{110CB885-CA05-0148-930C-2ADEAE8AE26D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3" creationId="{81E563D8-5DF8-3C37-92AB-7D591F400233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4" creationId="{63AD7886-307B-3F41-9429-CEFA779629AE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5" creationId="{A101BF68-51FC-5BDD-E6E2-A64BF43485AA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6" creationId="{EE73A83F-A02C-F8B0-2935-3E59EC746559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7" creationId="{DFD4279B-5A73-987A-51BC-D29724DA83B3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8" creationId="{A22D1116-925B-D6D9-93F9-D231CB9511C4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29" creationId="{1D1760D6-1007-AB6C-5414-307E30BE58DB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30" creationId="{6045AC5A-C944-408D-0AEB-1BE8C8608157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31" creationId="{F0DBB41C-B217-9154-2E7C-0560AE1D84F6}"/>
          </ac:cxnSpMkLst>
        </pc:cxnChg>
        <pc:cxnChg chg="add mod">
          <ac:chgData name="Z0nik2 |" userId="edcdbffbdb199b0c" providerId="LiveId" clId="{B1505F20-9469-42EC-BA2B-424BDD553BCA}" dt="2024-11-15T07:05:42.981" v="431" actId="1076"/>
          <ac:cxnSpMkLst>
            <pc:docMk/>
            <pc:sldMk cId="684103889" sldId="257"/>
            <ac:cxnSpMk id="32" creationId="{54D1B05C-A727-5D80-0AA6-15DA61F276FA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4" creationId="{27FD1EFA-3F38-87A6-5ADB-F9441A3402E5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5" creationId="{91338EF0-8989-701D-0F3F-2D3C7F615720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6" creationId="{D3CA66D7-A498-74C9-FA47-D4A5E1ED9016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7" creationId="{98D80E91-7963-5453-B21F-CEE99678A885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8" creationId="{01190A0E-F242-9138-CE22-0D412679B519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49" creationId="{6604FBE7-6FF3-4DC1-3253-B9EE4A771ED1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0" creationId="{B0D08C06-177A-4572-5515-ED083D3332A6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1" creationId="{AFFA11A4-FA65-AF94-7039-78322999302F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2" creationId="{DE6994EF-9F0D-2927-9045-447BF9EA3FDE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3" creationId="{522ED17E-4CFB-AAB4-E46F-1156A17C6C2E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4" creationId="{63AA7E7A-B69F-9706-9A1F-AF6BF339DE10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5" creationId="{394E1671-6F2F-EFFB-0BEE-3E2EFF71BB65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6" creationId="{2B34EFB4-CE3D-820A-F94D-56BC70C01482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7" creationId="{142DAA70-2FEA-2773-28B5-DE484971B28A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8" creationId="{0F28C00F-10EA-B843-C37B-C8337D395B58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59" creationId="{E3DF4066-D0BA-C1A5-C458-BA977C0CDE14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0" creationId="{AF005A80-CF8A-467A-E8FD-4A7A3CB4D9D4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1" creationId="{1B2B80C6-9C6D-4F8E-8929-8971AA27057A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2" creationId="{861E2251-5CA6-0B63-7DBD-642AD9303414}"/>
          </ac:cxnSpMkLst>
        </pc:cxnChg>
        <pc:cxnChg chg="add mod">
          <ac:chgData name="Z0nik2 |" userId="edcdbffbdb199b0c" providerId="LiveId" clId="{B1505F20-9469-42EC-BA2B-424BDD553BCA}" dt="2024-11-15T07:05:42.672" v="430"/>
          <ac:cxnSpMkLst>
            <pc:docMk/>
            <pc:sldMk cId="684103889" sldId="257"/>
            <ac:cxnSpMk id="63" creationId="{98A21E91-425E-3920-551D-5CF25D544B57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5" creationId="{126C145E-517A-966D-DE97-E554976E3ED1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6" creationId="{8C521ADF-5E0F-3CA7-468A-5D2D1732C203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7" creationId="{88D9C627-4296-6407-14C8-9CB40B99EE67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8" creationId="{66BEB115-A6F6-B8D6-98A6-DA72A02D4C3F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79" creationId="{B2A8F554-6F98-4EC6-6DE4-1A50C63DF10C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0" creationId="{0609000A-EA7F-67B7-5985-7C1AFDBFECB4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1" creationId="{4FD0FDFF-BA9D-FBE0-7980-ED46548E5C49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2" creationId="{64D38576-EA48-F498-0A2E-DB03BE700A86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3" creationId="{85D8118C-A845-3A87-B151-5949FF6897A5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4" creationId="{A00429D2-30B3-E1B4-0334-A62D3BE214CB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5" creationId="{427A7F3D-BF4E-99A3-24C4-DC388F7D6A02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6" creationId="{5E331827-764B-F5FE-1D0B-B2CC05025A1F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7" creationId="{B26545C5-9470-8F37-D338-C69C37908E08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8" creationId="{AAB28578-B484-A133-5C72-1390BD02F474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89" creationId="{16471866-65DE-8BFA-8621-319AB6A2BB9F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0" creationId="{80AD50BD-72C7-379E-7B97-FB79D744C239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1" creationId="{16E2F71A-1A66-BA9C-742A-F2C4F68C8DEC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2" creationId="{1C3DC022-62EF-F5E1-F638-6A74FFD33D47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3" creationId="{DC7518E7-F2BB-E471-BE47-C9A1EBF222C6}"/>
          </ac:cxnSpMkLst>
        </pc:cxnChg>
        <pc:cxnChg chg="add mod">
          <ac:chgData name="Z0nik2 |" userId="edcdbffbdb199b0c" providerId="LiveId" clId="{B1505F20-9469-42EC-BA2B-424BDD553BCA}" dt="2024-11-15T07:05:51.987" v="433" actId="1076"/>
          <ac:cxnSpMkLst>
            <pc:docMk/>
            <pc:sldMk cId="684103889" sldId="257"/>
            <ac:cxnSpMk id="94" creationId="{5B4D6C81-3620-878A-0EBC-1DD114147633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6" creationId="{F49FC578-1878-C10F-BED7-032C9C6862AE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7" creationId="{ACAE4593-1FDA-D0D5-B455-16045C67A752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8" creationId="{2A1D5287-B535-C701-A75C-FD78AFD236BE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09" creationId="{688C79F8-15A8-9AB3-1344-947A22EAEF98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0" creationId="{9C83E7F9-9B66-D53A-DDA7-35710A14DD0F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1" creationId="{CEC22337-C108-B1D8-FFCE-59508449A6FA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2" creationId="{939E8155-3B4C-9E08-1138-ADC3B300DF69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3" creationId="{CCED79B0-1E45-85FD-2D2A-10FC68A57C09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4" creationId="{C795F33B-60FB-BB2C-75ED-170A397A3842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5" creationId="{0C89C0F1-3BC5-57A1-B1CC-F657F52540FB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6" creationId="{296CF5E0-D541-CA94-A448-0542FCC9A2DA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7" creationId="{5FD9E397-DA07-725C-41D9-E24B3FF2EB10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8" creationId="{4B0EFF81-11D3-014F-0265-EB59A55740E6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19" creationId="{E1629BC6-6785-31A2-96AC-24D5098EA322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0" creationId="{CCA6D734-32F3-05EB-FB9D-92CC4D76836A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1" creationId="{2D23A701-FDEB-1E5D-3C65-AF4786172941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2" creationId="{C9B7DDA8-547A-AC55-9D61-60360AB162CE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3" creationId="{8CB61E5F-75D5-CB5A-A0D4-5590E2537CE4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4" creationId="{3E74B6DF-6D65-E84F-46EF-C261B80A06AF}"/>
          </ac:cxnSpMkLst>
        </pc:cxnChg>
        <pc:cxnChg chg="add mod">
          <ac:chgData name="Z0nik2 |" userId="edcdbffbdb199b0c" providerId="LiveId" clId="{B1505F20-9469-42EC-BA2B-424BDD553BCA}" dt="2024-11-15T07:06:03.887" v="435" actId="1076"/>
          <ac:cxnSpMkLst>
            <pc:docMk/>
            <pc:sldMk cId="684103889" sldId="257"/>
            <ac:cxnSpMk id="125" creationId="{E5F7A5DB-15BA-98FB-C05B-74259EFBB1B9}"/>
          </ac:cxnSpMkLst>
        </pc:cxnChg>
      </pc:sldChg>
      <pc:sldChg chg="addSp modSp new del mod ord">
        <pc:chgData name="Z0nik2 |" userId="edcdbffbdb199b0c" providerId="LiveId" clId="{B1505F20-9469-42EC-BA2B-424BDD553BCA}" dt="2024-11-15T07:01:08.136" v="353" actId="2696"/>
        <pc:sldMkLst>
          <pc:docMk/>
          <pc:sldMk cId="2436679646" sldId="257"/>
        </pc:sldMkLst>
        <pc:spChg chg="mod">
          <ac:chgData name="Z0nik2 |" userId="edcdbffbdb199b0c" providerId="LiveId" clId="{B1505F20-9469-42EC-BA2B-424BDD553BCA}" dt="2024-11-15T06:59:03.453" v="343" actId="20577"/>
          <ac:spMkLst>
            <pc:docMk/>
            <pc:sldMk cId="2436679646" sldId="257"/>
            <ac:spMk id="2" creationId="{7389C718-55BB-982E-EB73-6B1DAAA622D0}"/>
          </ac:spMkLst>
        </pc:spChg>
        <pc:spChg chg="add mod">
          <ac:chgData name="Z0nik2 |" userId="edcdbffbdb199b0c" providerId="LiveId" clId="{B1505F20-9469-42EC-BA2B-424BDD553BCA}" dt="2024-11-15T07:00:22.056" v="352"/>
          <ac:spMkLst>
            <pc:docMk/>
            <pc:sldMk cId="2436679646" sldId="257"/>
            <ac:spMk id="4" creationId="{EF71BCF6-A7F2-A4BC-563E-168AE3DD74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1CFC-8D9A-430D-90D8-8A9C6A54D70D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563D0-01C0-43D8-9A88-42D2642741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22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3005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ru-RU"/>
            </a:pPr>
            <a:fld id="{DEF75CB5-5666-5049-9AE0-38EFD385C21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ru-RU"/>
              </a:pPr>
              <a:t>2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587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7928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3577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4A31B-11B0-0B08-C12F-D55316A6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3CFC560-0432-CC35-3672-5C16FF6B1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59210F-EE08-4BE8-9BFD-784012914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4CE0DE-8CE2-30C1-2110-521FE8C08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3116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87BD-1923-A7BB-B228-83D7834E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AC87E1-397C-4F1F-2115-AA6BCDBFC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816801-2B71-A6D5-2F94-2C58AB338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55CE61-33DF-515E-CF7A-FB67DF22D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7121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00A6-7B81-3391-9912-15E3E08FF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74A0C5-674F-E15E-DEC7-7B4733DC7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1DF30A-0DED-0B82-2028-90B4AF410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9D162C-E507-3429-9BA4-CD9E37ACA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9417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DFE8-A6E4-A1F9-4F0A-8E6E9287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41C1A6-A7F2-2E21-F8ED-15154D57C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6FD4F39-8524-592A-8469-BE7B17AD5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51EB18-B821-09CE-ABF4-B50F0B2CF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490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A0B05-EE96-450D-5BAA-23FC916F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14D6D99-1345-0905-BE83-15D21195A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2C857D6-EF9F-A3DC-8DEB-BEAAEB39F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6FF717-42F4-600A-D411-C0B8B8948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3448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51086-203B-72AB-34E5-1A5F4053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D0B712-A8A2-C6EF-9956-C5011A9B0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C1BACC-5BC8-01FB-7C8B-44F2A2C12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63D6E7-2B15-4987-564D-1123C7CB8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4822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2BE8-7E4C-AC40-B2D0-994D5BDA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3B4F8A-F09D-E52F-9C81-C10773F80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619BCF-5C6E-643E-5EBB-AB823E908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05B76B-D54A-02B8-B207-D01FDC827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8982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67EC7-0711-70F8-DBE4-01084279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8025BA-5C01-F33E-839F-EBDE19EC5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EE3DEE-4C1D-C7F4-E8AC-70105051F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4D7C2B-B46D-87B2-FE1B-4AE7B7CA0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3423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4ADAF-99B5-A4D6-1971-EA00F256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EA3C5C6-FD4B-315F-CF14-E669D1AA7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7D5F49-725C-47C4-999C-531EF4715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356D90-B3F9-500C-D09E-99F87F7BF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766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08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EF75CB5-5666-5049-9AE0-38EFD385C21E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893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45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5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74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32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1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98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50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53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40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62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09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875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170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004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подзаголовок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ru-RU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905343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содержимое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pic>
          <p:nvPicPr>
            <p:cNvPr id="6" name="Объект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Графический объект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ru-RU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1332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Заголовок и 2 столбца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ru-RU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342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и 2 столбца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ru-RU" sz="3200" cap="all" spc="300" baseline="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ru-RU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презентации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ru-RU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222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лючение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18" name="Графический объект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ru-RU"/>
                </a:defPPr>
              </a:lstStyle>
              <a:p>
                <a:pPr rtl="0"/>
                <a:endParaRPr lang="ru-RU" dirty="0"/>
              </a:p>
            </p:txBody>
          </p:sp>
        </p:grpSp>
        <p:pic>
          <p:nvPicPr>
            <p:cNvPr id="4" name="Объект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ru-RU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ru-RU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ru-RU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57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B7D86E2-D8F9-41C2-A70A-0C29B6E102E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B67E9B04-CC79-4410-B110-C246E29757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331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 txBox="1">
            <a:spLocks/>
          </p:cNvSpPr>
          <p:nvPr/>
        </p:nvSpPr>
        <p:spPr>
          <a:xfrm>
            <a:off x="810000" y="1645920"/>
            <a:ext cx="10572000" cy="1781501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0" tIns="45720" rIns="0" bIns="0" rtlCol="0" anchor="b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lang="ru-RU" sz="6000" b="1" kern="1200" cap="all" spc="30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b="1" i="0" dirty="0">
                <a:solidFill>
                  <a:srgbClr val="141A27"/>
                </a:solidFill>
                <a:effectLst/>
                <a:latin typeface="Inter"/>
              </a:rPr>
              <a:t>Анализ </a:t>
            </a:r>
            <a:r>
              <a:rPr lang="ru-RU" b="1" i="0" dirty="0" err="1">
                <a:solidFill>
                  <a:srgbClr val="141A27"/>
                </a:solidFill>
                <a:effectLst/>
                <a:latin typeface="Inter"/>
              </a:rPr>
              <a:t>графовой</a:t>
            </a:r>
            <a:r>
              <a:rPr lang="ru-RU" b="1" i="0" dirty="0">
                <a:solidFill>
                  <a:srgbClr val="141A27"/>
                </a:solidFill>
                <a:effectLst/>
                <a:latin typeface="Inter"/>
              </a:rPr>
              <a:t> модели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одзаголовок 2"/>
          <p:cNvSpPr txBox="1">
            <a:spLocks/>
          </p:cNvSpPr>
          <p:nvPr/>
        </p:nvSpPr>
        <p:spPr>
          <a:xfrm>
            <a:off x="0" y="6075526"/>
            <a:ext cx="2942145" cy="7824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Сафенрейтер Никита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Ревенко Сергей</a:t>
            </a:r>
            <a:b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Окуньков Клим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16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 err="1"/>
              <a:t>пРОБЛЕМА</a:t>
            </a:r>
            <a:endParaRPr lang="ru-RU" dirty="0"/>
          </a:p>
        </p:txBody>
      </p:sp>
      <p:sp>
        <p:nvSpPr>
          <p:cNvPr id="31" name="Текст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2612200"/>
            <a:ext cx="4466504" cy="3405187"/>
          </a:xfrm>
        </p:spPr>
        <p:txBody>
          <a:bodyPr rtlCol="0" anchor="t"/>
          <a:lstStyle>
            <a:defPPr>
              <a:defRPr lang="ru-RU"/>
            </a:defPPr>
          </a:lstStyle>
          <a:p>
            <a:pPr marL="0" indent="0" rtl="0">
              <a:buNone/>
            </a:pP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Проблема: Определение оптимального маршрута доставки из города A в города, включая минимизацию времени или расстояния, что можно рассмотреть как задачи на графах.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761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6D88AC-523F-44D5-C179-9DCCDBF9E132}"/>
              </a:ext>
            </a:extLst>
          </p:cNvPr>
          <p:cNvSpPr/>
          <p:nvPr/>
        </p:nvSpPr>
        <p:spPr>
          <a:xfrm>
            <a:off x="514814" y="389298"/>
            <a:ext cx="11055513" cy="61382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A | </a:t>
            </a:r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</a:rPr>
              <a:t>B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</a:t>
            </a:r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</a:rPr>
              <a:t>C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| D | E | F | G | H | I | </a:t>
            </a:r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</a:rPr>
              <a:t>J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| K | </a:t>
            </a:r>
            <a:r>
              <a:rPr lang="en-US" sz="2400" dirty="0">
                <a:solidFill>
                  <a:schemeClr val="bg1"/>
                </a:solidFill>
                <a:latin typeface="Roboto" panose="02000000000000000000" pitchFamily="2" charset="0"/>
              </a:rPr>
              <a:t>L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|---|---|---|---|---|---|---|---|---|---|---|---|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A | 0 | 2 | 3 | 4 | 0 | 0 | 0 | 0 | 0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B | 2 | 0 | 4 | 1 | 2 | 0 | 0 | 0 | 0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C | 3 | 4 | 0 | 1 | 5 | 0 | 0 | 0 | 0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D | 4 | 1 | 1 | 0 | 3 | 2 | 0 | 0 | 0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E | 0 | 2 | 5 | 3 | 0 | 1 | 3 | 0 | 0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F | 0 | 0 | 0 | 2 | 1 | 0 | 2 | 6 | 0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G | 0 | 0 | 0 | 0 | 3 | 2 | 0 | 1 | 4 | 0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H | 0 | 0 | 0 | 0 | 0 | 6 | 1 | 0 | 3 | 1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I | 0 | 0 | 0 | 0 | 0 | 0 | 4 | 3 | 0 | 2 | 0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J | 0 | 0 | 0 | 0 | 0 | 0 | 0 | 1 | 2 | 0 | 5 |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| K | 0 | 0 | 0 | 0 | 0 | 0 | 0 | 0 | 0 | 5 | 0 |</a:t>
            </a:r>
            <a:br>
              <a:rPr lang="ru-RU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</a:br>
            <a:br>
              <a:rPr lang="ru-RU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</a:br>
            <a:r>
              <a:rPr lang="ru-RU" sz="2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Весовая матрица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34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772BD064-CB5C-0B39-5631-E3DD28BC1374}"/>
              </a:ext>
            </a:extLst>
          </p:cNvPr>
          <p:cNvSpPr/>
          <p:nvPr/>
        </p:nvSpPr>
        <p:spPr>
          <a:xfrm>
            <a:off x="2019915" y="5255610"/>
            <a:ext cx="2583681" cy="423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Алгоритм </a:t>
            </a:r>
            <a:r>
              <a:rPr lang="ru-RU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краскала</a:t>
            </a:r>
            <a:endParaRPr lang="ru-RU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5786FA6-C09B-1A33-55A8-A75582E72BA3}"/>
              </a:ext>
            </a:extLst>
          </p:cNvPr>
          <p:cNvGrpSpPr/>
          <p:nvPr/>
        </p:nvGrpSpPr>
        <p:grpSpPr>
          <a:xfrm>
            <a:off x="350965" y="374500"/>
            <a:ext cx="7113150" cy="5093082"/>
            <a:chOff x="354812" y="374500"/>
            <a:chExt cx="7113150" cy="5093082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080DFBAA-ABB9-A7E3-DAC8-684808913F64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74A5F276-A57E-80FB-198C-7F3C52B7D7E7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D0DC13A2-18E1-30BB-935C-E54CF523C866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87BEC2FB-44AE-C73E-BFE2-9DD0ECA003D1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63152E8C-77B1-EFD7-FA01-F86391CA5F30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3D485D17-711E-0127-4CF8-1CEB3BB23AF8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86F6565A-F2CC-F404-A6B3-9FE9CC35FC16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62EDFB10-1C15-FC79-43B1-4554E1479232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BCA4741E-4411-B01C-381D-DB191B8C4A36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0DE76345-91D7-B7EA-677B-66793E072FA7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B0A4C595-E10C-EA8A-930A-3C3CEA0C50D8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6D1F67CE-9B9D-6633-44CE-617129214453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85049880-C38E-772F-3FC0-AF2F44434CF4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5500D5F6-B2B4-E797-45E2-A077DC36934D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AE3805FA-4F04-3E0C-9BB4-5CFFD57CDE10}"/>
                </a:ext>
              </a:extLst>
            </p:cNvPr>
            <p:cNvCxnSpPr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3CD1EA2E-EC75-E88A-C6FA-7CABABCD3B1F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4E13883D-DAB0-9831-D8B6-8DB402A0042D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D6CF520E-71E1-425D-2672-59305585D383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87D237E8-1B17-D1B6-3DDD-934537FD3C23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538C23A9-B1F9-093D-5569-CB167A406A1B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31FFF953-4C36-E6FD-9A62-6A55C792FE9E}"/>
                </a:ext>
              </a:extLst>
            </p:cNvPr>
            <p:cNvCxnSpPr>
              <a:cxnSpLocks/>
              <a:stCxn id="61" idx="4"/>
              <a:endCxn id="68" idx="0"/>
            </p:cNvCxnSpPr>
            <p:nvPr/>
          </p:nvCxnSpPr>
          <p:spPr>
            <a:xfrm>
              <a:off x="6773145" y="2844462"/>
              <a:ext cx="426081" cy="106137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DF675078-B5BA-8B90-F6E4-404EE35A2444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4DA4D61A-8E02-4A4C-6DDF-096F1CB447E3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7A2465A2-1C0B-D4D6-8FF9-CACE7903FFB3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616CD643-71CB-AECC-A941-C987AD60DB0E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288F84BF-3FC0-56E1-FB7A-C9B0DAE0BEC2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A6819C9B-1C56-0A43-B089-DB568CB9DCCD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73D940FB-F9DC-B701-7B83-922610F34565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A022B865-A55F-9F7B-8D5D-77B1459A8D59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9785C65C-ABC1-7DA8-A489-7AD30B3843A1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99599406-8E1C-331F-0F0C-9E3624BB13E8}"/>
                </a:ext>
              </a:extLst>
            </p:cNvPr>
            <p:cNvCxnSpPr>
              <a:stCxn id="67" idx="6"/>
              <a:endCxn id="68" idx="2"/>
            </p:cNvCxnSpPr>
            <p:nvPr/>
          </p:nvCxnSpPr>
          <p:spPr>
            <a:xfrm>
              <a:off x="5476100" y="3883800"/>
              <a:ext cx="1454390" cy="273322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4313177E-B447-C1C7-B842-7E73C590BC41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091F87DC-699E-8835-880D-0FB6D7B9EF08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5F962B9-C09D-BC4D-CC7A-A40F03D0B4F7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2F039A5-1380-4E3B-C203-8156178CB497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9D5001F-062D-1C69-4CA0-23E90583E995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23CF7FD-0727-E278-0D9B-11FA547C479B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387E5FA-DBA3-DA0D-97DD-72099A899A1A}"/>
                </a:ext>
              </a:extLst>
            </p:cNvPr>
            <p:cNvSpPr/>
            <p:nvPr/>
          </p:nvSpPr>
          <p:spPr>
            <a:xfrm>
              <a:off x="6930490" y="1704442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ADB208EE-D0A0-0A0D-405E-59D8CC8280AE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1417484-4035-984D-8DC7-625C8D57B35E}"/>
                </a:ext>
              </a:extLst>
            </p:cNvPr>
            <p:cNvSpPr/>
            <p:nvPr/>
          </p:nvSpPr>
          <p:spPr>
            <a:xfrm>
              <a:off x="7137477" y="3105626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38FEA1DD-2B93-9DC4-4643-3FFCABC1A86D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5140AD6-814B-126D-94E7-CF105F657128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5E64C998-529A-3839-CBF9-1F4BF2B476BB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09A665F9-6108-2171-B062-F1DE21BCEFFE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C550FF39-7EBA-4154-F805-B2DFDA4AC11E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23EBD1DB-32E3-72CF-49EB-CC237BCAD8C8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56F66D2-D924-E403-0D53-7001EB843668}"/>
                </a:ext>
              </a:extLst>
            </p:cNvPr>
            <p:cNvSpPr/>
            <p:nvPr/>
          </p:nvSpPr>
          <p:spPr>
            <a:xfrm>
              <a:off x="6088396" y="1968386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FDC539E5-3BC0-6CE6-77E1-D43C16BD2B24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4933558B-43C3-A4C8-1900-ADDCADD90196}"/>
                </a:ext>
              </a:extLst>
            </p:cNvPr>
            <p:cNvCxnSpPr>
              <a:stCxn id="67" idx="6"/>
              <a:endCxn id="61" idx="2"/>
            </p:cNvCxnSpPr>
            <p:nvPr/>
          </p:nvCxnSpPr>
          <p:spPr>
            <a:xfrm flipV="1">
              <a:off x="5476100" y="2593177"/>
              <a:ext cx="1028309" cy="1290623"/>
            </a:xfrm>
            <a:prstGeom prst="line">
              <a:avLst/>
            </a:prstGeom>
            <a:ln>
              <a:solidFill>
                <a:srgbClr val="92D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3F1B845-FDCC-C065-F748-D8229A760173}"/>
                </a:ext>
              </a:extLst>
            </p:cNvPr>
            <p:cNvSpPr/>
            <p:nvPr/>
          </p:nvSpPr>
          <p:spPr>
            <a:xfrm>
              <a:off x="6088396" y="3203543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9977849-5AAD-0098-994A-EA0536C80502}"/>
                </a:ext>
              </a:extLst>
            </p:cNvPr>
            <p:cNvSpPr/>
            <p:nvPr/>
          </p:nvSpPr>
          <p:spPr>
            <a:xfrm>
              <a:off x="5934861" y="3684507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cxnSp>
          <p:nvCxnSpPr>
            <p:cNvPr id="129" name="Прямая соединительная линия 128">
              <a:extLst>
                <a:ext uri="{FF2B5EF4-FFF2-40B4-BE49-F238E27FC236}">
                  <a16:creationId xmlns:a16="http://schemas.microsoft.com/office/drawing/2014/main" id="{2E398AF1-655E-FC80-ADB3-A0088824FB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674" y="5467582"/>
              <a:ext cx="1079278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A3FBB395-2C73-F54F-71A0-8B66E34F7056}"/>
              </a:ext>
            </a:extLst>
          </p:cNvPr>
          <p:cNvSpPr/>
          <p:nvPr/>
        </p:nvSpPr>
        <p:spPr>
          <a:xfrm>
            <a:off x="-1328942" y="5797923"/>
            <a:ext cx="8039405" cy="4239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MST = 2+1+1+2+1+2+2+1+1 = 13</a:t>
            </a:r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A01DC48-CB89-9A97-0A5C-78DABAA99D89}"/>
              </a:ext>
            </a:extLst>
          </p:cNvPr>
          <p:cNvSpPr/>
          <p:nvPr/>
        </p:nvSpPr>
        <p:spPr>
          <a:xfrm>
            <a:off x="3679943" y="3718789"/>
            <a:ext cx="354074" cy="2911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57A5BF-EC10-C9FD-B159-817FFB2F5EED}"/>
              </a:ext>
            </a:extLst>
          </p:cNvPr>
          <p:cNvSpPr/>
          <p:nvPr/>
        </p:nvSpPr>
        <p:spPr>
          <a:xfrm>
            <a:off x="7303162" y="412110"/>
            <a:ext cx="4270795" cy="140882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B-D;D-C;A-B;B-E;E-F;F-G;G-H;H-I;I-K;K-J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1319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AD2D-E5E0-D986-4E33-64FEBE50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37F7610B-50FE-BFA4-CEFE-AC006E172819}"/>
              </a:ext>
            </a:extLst>
          </p:cNvPr>
          <p:cNvSpPr/>
          <p:nvPr/>
        </p:nvSpPr>
        <p:spPr>
          <a:xfrm>
            <a:off x="2019916" y="5255610"/>
            <a:ext cx="2356806" cy="423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Алгоритм  Прима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EF5AA9E4-B04A-E326-D1EF-174BEB35B7F8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D9D715C4-F210-3BD2-03E3-C60D26554868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4A669372-B916-61F9-53A8-E00B840675E6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6C1E98C8-4E87-CE60-C5FE-DA06939F6706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2E18DA7B-D353-7435-F8C5-EA0D5F117114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83E546C4-8DDE-F56E-B461-171295934D10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C9E2B86F-2646-C9CC-1FC7-2FEFF47163B1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733FB407-0252-8FA7-3C1A-DBAC10E520E9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6498D0D3-A29C-CA65-D9E5-5EDF5F803626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E41900E5-CE3F-B1A6-CC88-DA74248A5151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A8D6BB04-6E20-E577-E3D7-3D168DC38E3E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45A3EED7-457E-589D-8FE3-1AAFD768C932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E1E2D5CA-8C57-06DD-A1AB-1E8EB29F997B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CAC586E3-7245-77BA-FFD8-3949721FBF97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55747FF5-1F7D-FEBB-831D-423A63264A41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6D0A3BC3-23E3-24A3-78EE-0EDA1B39F61A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140B9F75-B4AA-A258-7025-EB5D980C1405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F346BF68-D6DC-7B83-DF7E-DD724918F08A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599403DC-24EF-A24A-FC61-2C503F12A28E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F080F25C-FE1D-6D14-C6D0-E24E6F5FC570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413C4C46-831C-E201-AB2B-9C2694630B39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8FE9FA45-646B-1BC4-EFB9-F081F2439DFF}"/>
                </a:ext>
              </a:extLst>
            </p:cNvPr>
            <p:cNvCxnSpPr>
              <a:cxnSpLocks/>
              <a:stCxn id="61" idx="2"/>
              <a:endCxn id="68" idx="0"/>
            </p:cNvCxnSpPr>
            <p:nvPr/>
          </p:nvCxnSpPr>
          <p:spPr>
            <a:xfrm>
              <a:off x="6504409" y="2593177"/>
              <a:ext cx="694817" cy="1312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7E5D009E-FF1A-88F0-97D0-F9850F0578A1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874EFD8D-55D6-FA43-19AD-0B76B815F072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F18D4D2B-9240-789D-3941-FE8C749EE389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CB75365F-1907-ED0A-7B10-DA14F145AC7D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958D28C5-14B0-0D51-0E09-DAD12FF2D2F2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12427CC7-D258-B71E-4CEF-7B438DED7869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12021EC9-B2AF-BB6F-BEDE-C7E87093BF20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9B2EB3EA-89B6-AF32-EBF3-1000A6551B8A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EE1A13FA-EBA0-BE76-0C95-82B54C0A5583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63ABF15B-8592-F86B-EBA6-B0D685E2AE4D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99911A0C-45A2-696A-F4EA-3F757BBEB5CF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2F834850-2C79-ECF1-DEBD-030467BEC74D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9460812F-EF3B-6182-5F35-9241A8A085CE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4081513-2CCB-DD95-96B5-3D1ED5F8A6FD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6DC9204-628A-56C3-BD13-DA2638ADD5E3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D422324-50DD-7773-DD26-C24B74B27244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10A36BD-A5AC-BF34-0C07-DD56B34605FA}"/>
                </a:ext>
              </a:extLst>
            </p:cNvPr>
            <p:cNvSpPr/>
            <p:nvPr/>
          </p:nvSpPr>
          <p:spPr>
            <a:xfrm>
              <a:off x="6645151" y="1745980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2FF3F8E-9AE7-D46D-7A26-5736261AE833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AED21E57-0F6D-6B8B-5380-6D0F6B956F93}"/>
                </a:ext>
              </a:extLst>
            </p:cNvPr>
            <p:cNvSpPr/>
            <p:nvPr/>
          </p:nvSpPr>
          <p:spPr>
            <a:xfrm>
              <a:off x="6834095" y="3001961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02B1D79-993F-9CC5-9658-F499706B77D0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173DF31-129E-9384-B8CC-D30DA0553AC9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A047F67B-CD99-AC95-D2E6-C8E3F14799D9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F3CF6579-CCD0-C407-69D3-2D2F657CAA5C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E58E35AA-A1F6-BC5A-0F88-6CF186717F47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611526F-3FF4-40A0-C0F8-2DF870C47A4C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89F2153-24D1-B9E3-D26A-84548A0856F3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FB76C7A6-6BFA-CBF7-5031-F43FF5CAAD6B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5B71C0F-C4CF-06D9-3093-3566BFA9D5D2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01BD51F3-0DD6-FDEA-049A-CE590019D825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DF088C1D-20BE-FB4A-EB37-665787A57449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A270D13-40A3-925C-A4BE-57DBFB4E6577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F08FCFFE-F721-EB33-72B0-E60BD461E218}"/>
              </a:ext>
            </a:extLst>
          </p:cNvPr>
          <p:cNvCxnSpPr/>
          <p:nvPr/>
        </p:nvCxnSpPr>
        <p:spPr>
          <a:xfrm>
            <a:off x="504749" y="5348439"/>
            <a:ext cx="125630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2BE30D8-5D5E-6E7C-26A6-02D163E8B42B}"/>
              </a:ext>
            </a:extLst>
          </p:cNvPr>
          <p:cNvSpPr/>
          <p:nvPr/>
        </p:nvSpPr>
        <p:spPr>
          <a:xfrm>
            <a:off x="7980883" y="696096"/>
            <a:ext cx="3606394" cy="4219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Unvisited</a:t>
            </a:r>
            <a:br>
              <a:rPr lang="en-US" dirty="0"/>
            </a:br>
            <a:r>
              <a:rPr lang="en-US" dirty="0"/>
              <a:t>{A;B;C;D;E;F;G;H;I;L;J}</a:t>
            </a:r>
            <a:br>
              <a:rPr lang="en-US" dirty="0"/>
            </a:br>
            <a:r>
              <a:rPr lang="en-US" dirty="0"/>
              <a:t>Visited</a:t>
            </a:r>
            <a:br>
              <a:rPr lang="en-US" dirty="0"/>
            </a:br>
            <a:r>
              <a:rPr lang="en-US" dirty="0"/>
              <a:t>{K}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8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144C-6C80-C9B7-052D-BCF1C2B0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1BDAC271-CCF1-EAE5-7C3A-C226B2961BE4}"/>
              </a:ext>
            </a:extLst>
          </p:cNvPr>
          <p:cNvSpPr/>
          <p:nvPr/>
        </p:nvSpPr>
        <p:spPr>
          <a:xfrm>
            <a:off x="2019916" y="5255610"/>
            <a:ext cx="2356806" cy="423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Алгоритм  Прима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B5BB5303-93EE-ECBB-C3C8-277D75707831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EF75760E-C16D-45FA-F856-FA6DC5C68DB2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3B78775A-8E10-C338-F7EF-BA862079C9B5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AF2CBA15-34FF-99EF-B4C3-A1E94D13EBED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70A1DB24-FFFE-BE82-09D7-FE8BDE68ED2C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01DEEDFB-749A-395A-BD7B-83E4F9BF3527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21999C38-DEA5-F385-516C-F9ABAE9CBBD2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465E6D25-C2D5-4D53-1DC4-5805CCAA067D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1DB756B9-DA54-1DD0-7D1B-160774ABF94D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DDC971D0-54BB-2520-DC09-B955207EFF21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94384FD3-5BB9-7899-54BF-AE241C3AC3E3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A0554712-E1A2-B2FD-D249-579C7F650E42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765D4339-BC84-295A-1DBC-B51023FF67D1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ADB296D5-E9E0-6215-7DD6-D2EA868AC334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2C7B1EFE-7C42-6BB6-F68E-81E9EA1474B2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2ED6812B-E95A-FD3D-41C5-5B8FBC1CC2CD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C61B0FA8-B561-E98A-5B77-042C598B111C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3EBB285D-32F0-2390-6920-2F92C262B9D6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A06869F1-A386-1E64-2EE5-ADB755677C45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5D740211-B877-AE60-CF26-867EAF77D931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492A8E03-5E85-64A6-3141-CED580B3AF96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CC058120-2F18-1DA5-75D4-CCE4AB29BF9A}"/>
                </a:ext>
              </a:extLst>
            </p:cNvPr>
            <p:cNvCxnSpPr>
              <a:cxnSpLocks/>
              <a:stCxn id="61" idx="2"/>
              <a:endCxn id="68" idx="2"/>
            </p:cNvCxnSpPr>
            <p:nvPr/>
          </p:nvCxnSpPr>
          <p:spPr>
            <a:xfrm>
              <a:off x="6504409" y="2593177"/>
              <a:ext cx="426081" cy="156394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01BEAF4C-A8CB-12C9-D39D-2379D380256D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8ED4D3AB-6F60-50BB-D74F-21D7D0298806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E8916DF1-3328-F949-0A6F-72B453DBCB49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DB433EF8-6EFA-6A83-E8C8-A2886EC8D327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440DEB9C-16AC-CB7B-AE38-D3896E2C3104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521AD654-3AC3-49CF-58EE-CD80BCF5E7A4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37A74A43-C1F9-9C6E-DCC9-D4BC9F0C881F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80307F46-ABC7-D8A8-5411-B87EB79A0C9B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A405AFBD-B32C-1236-D176-697712AB27F2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5D35C0F3-4905-D7D1-E2A0-7729AB7C5B43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88C52254-8F5D-7236-C752-380F41345CA2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CBB30009-E04D-550B-270D-D4D30F12AB30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5DEE1E8F-3790-0216-8068-E0B0B3AAF034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B1074D4-6F69-B637-1DFF-68E7AD3800D8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CF64ED1-8B70-41D8-905B-7F17E6A5823A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53B1B04E-1F5E-2BED-5F32-F7490F2337B5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C345E90-CFC0-559F-F2BA-808F1C15DE66}"/>
                </a:ext>
              </a:extLst>
            </p:cNvPr>
            <p:cNvSpPr/>
            <p:nvPr/>
          </p:nvSpPr>
          <p:spPr>
            <a:xfrm>
              <a:off x="6667198" y="1745980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EF6D6E84-D2B2-1577-98A0-E3823B1BC78F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144788B-7EE4-F3C4-9AC7-553ADD1EAB31}"/>
                </a:ext>
              </a:extLst>
            </p:cNvPr>
            <p:cNvSpPr/>
            <p:nvPr/>
          </p:nvSpPr>
          <p:spPr>
            <a:xfrm>
              <a:off x="6772337" y="3137285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637B67F-E6E5-8F60-8DDB-7C02BD3225B6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000092A-6A6D-230D-3F9C-D24BA07A16C4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2BC9506-C67C-EF3D-81F9-72EF403AB52C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9DA382F-5C7B-BCDA-CE25-4C7A67EA6C49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0D59C607-E3D3-0C7F-D466-73A83497C515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5898913-CB32-9A6E-8BE1-C7DE6C4A8635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E1529451-454C-64E4-5148-6DCC5B9635E7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E9A3123-F5D3-DA5F-7E91-B640462A6586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3F3A6351-7D25-D31A-87B6-EF5681FB6316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F165AFCD-B858-5030-6F75-5F3930120B12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4078B5BC-1025-F269-F011-B4F6958C87C5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78231013-9304-B7B6-85D2-5991D8E6FDE7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F7C31AF-FFF0-CC18-1F7F-EC020E2593A8}"/>
              </a:ext>
            </a:extLst>
          </p:cNvPr>
          <p:cNvCxnSpPr/>
          <p:nvPr/>
        </p:nvCxnSpPr>
        <p:spPr>
          <a:xfrm>
            <a:off x="504749" y="5348439"/>
            <a:ext cx="125630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CE816E0-D6E9-2A05-2569-8155E0F71D6F}"/>
              </a:ext>
            </a:extLst>
          </p:cNvPr>
          <p:cNvSpPr/>
          <p:nvPr/>
        </p:nvSpPr>
        <p:spPr>
          <a:xfrm>
            <a:off x="7980883" y="696096"/>
            <a:ext cx="3606394" cy="4219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Unvisited</a:t>
            </a:r>
            <a:br>
              <a:rPr lang="en-US" dirty="0"/>
            </a:br>
            <a:r>
              <a:rPr lang="en-US" dirty="0"/>
              <a:t>{A;B;C;D;E;F;G;H;I;L}</a:t>
            </a:r>
            <a:br>
              <a:rPr lang="en-US" dirty="0"/>
            </a:br>
            <a:r>
              <a:rPr lang="en-US" dirty="0"/>
              <a:t>Visited</a:t>
            </a:r>
            <a:br>
              <a:rPr lang="en-US" dirty="0"/>
            </a:br>
            <a:r>
              <a:rPr lang="en-US" dirty="0"/>
              <a:t>{K;J}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284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AD97-B5B0-5499-63C7-D76F599B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E8293091-3FCF-A84A-C75A-BEB30405BE10}"/>
              </a:ext>
            </a:extLst>
          </p:cNvPr>
          <p:cNvSpPr/>
          <p:nvPr/>
        </p:nvSpPr>
        <p:spPr>
          <a:xfrm>
            <a:off x="2019916" y="5255610"/>
            <a:ext cx="2356806" cy="423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Алгоритм  Прима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8C2937C6-D1C4-138D-1B6F-1D0796182F6F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81DB4FB6-9AF7-6E57-AEFB-E61CB1F1D044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2C8B09A9-0B92-1F98-BD5E-189EA94D01F6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3057EB6E-C39F-4554-B6ED-9F3ABABBEE3B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9B7921ED-DC3B-E5C0-0A45-B7CC8F8BD2AE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E4747A9B-DDBA-6F15-D8C7-211B3D2004BD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862385A3-A135-3D19-16F9-1D061D1FA67D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8CD914BB-F90E-F253-8AB0-D9F1CACBD5BA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7FCC57E0-89A0-A59C-D9EE-13D90D48D346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ACF56735-5841-1025-16F7-6AFCE11AE638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064DC4DC-6E63-7F5B-5366-C758F8DC2237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98DC791E-CDE2-4F77-5FA3-6B81259FEE43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66196A33-D7EB-761E-2D32-9F0DD0BA4DAF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55137775-922E-E7CA-E107-E60E5AC8F109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5C60488C-67E4-BCBE-6293-D7FA72C2031A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DBFA9A76-E11F-D016-7FDE-33370425065A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6ADEF089-07CC-89F2-B2CE-640440EAEBC8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A50279A2-85F7-6B40-1A3B-47C4F90A66EE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67D33604-CAF2-CF6E-30BB-85C16282D566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804F453E-07A4-E48E-33D2-A68D82C1FC00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8C9F8AF9-62A7-93D6-D58E-8D9A178A9AC3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EF27CB4D-BE6F-6F3F-9641-82AA0FAE5614}"/>
                </a:ext>
              </a:extLst>
            </p:cNvPr>
            <p:cNvCxnSpPr>
              <a:cxnSpLocks/>
              <a:stCxn id="61" idx="2"/>
              <a:endCxn id="68" idx="2"/>
            </p:cNvCxnSpPr>
            <p:nvPr/>
          </p:nvCxnSpPr>
          <p:spPr>
            <a:xfrm>
              <a:off x="6504409" y="2593177"/>
              <a:ext cx="426081" cy="156394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B9057ABF-025B-C2EF-C51E-1BE6D284A549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699D030E-9CAA-56F5-4F07-6241CAFAD5AB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CA083B3B-83F6-9967-F7C5-6B37D2083D57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6079A054-FBA5-D2BA-D5E8-287177DA8BC5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A04A8A09-7ADD-489D-EF2B-82E174C95795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A27E47FE-0306-E392-BEFC-E184A7652451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0AB0AE35-B9F6-7C00-310E-2AC8AFCD6FB2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763B7AB1-A5B3-8802-7BE1-1CC8121097DB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8B8413AA-9679-7321-8CB6-FAA5F5539EFD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755EF734-93E2-2CB8-6C89-957F4EFA4631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D32B59B8-3CE0-A99D-D2AD-CB10400F10C1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14D4C369-F477-D198-B97B-EC0A9A77245E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9C62C62-6F9D-B506-E54D-40780CAA58DA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297D280-0D30-D6A7-FACB-61D70A6D6F96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B80A36F-AD56-D4C2-4118-D4D452F517FC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94C4FEF-4A84-2F34-335C-18D5FBC4EF05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A3815028-6D4C-7F5D-7CC5-EFAF842AD5DC}"/>
                </a:ext>
              </a:extLst>
            </p:cNvPr>
            <p:cNvSpPr/>
            <p:nvPr/>
          </p:nvSpPr>
          <p:spPr>
            <a:xfrm>
              <a:off x="6652556" y="1704442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630FCC8-B00C-950C-023E-F6D7370EA73F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892FCF2-FDD3-3FDD-9909-D2B6C202BF1F}"/>
                </a:ext>
              </a:extLst>
            </p:cNvPr>
            <p:cNvSpPr/>
            <p:nvPr/>
          </p:nvSpPr>
          <p:spPr>
            <a:xfrm>
              <a:off x="6739666" y="3167305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854A7B7-6A14-8BBD-EEFE-B63D17C51765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DB48B381-272A-332D-FD05-4E4E5D3980EA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DF433EF-EBB6-D9F5-A803-25258F8B5936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ED1C32F-3BBF-2FEA-2F3D-2694CB7B3702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82A51B8A-1552-88BE-8C4C-F2EC486552BC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1432CE8-257C-FB21-35B2-3F7BBF81D5FC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BCFEE2C-BBE7-4CE9-8720-98CB6787BB44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E8BAEE73-3C0E-EC2D-76A9-1B43496B5C52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A0A3BE4A-75F1-054D-54EA-2254BA821087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CA15A39-B010-BDCB-D7A8-795F0603A4D6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E542160C-C404-BD24-7B1E-430D6B505F5F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2FBCD71F-E044-F106-85C6-A9B5F92A1C0F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0A09D4BD-AA94-9D64-1C8C-41F4AFEAC9DA}"/>
              </a:ext>
            </a:extLst>
          </p:cNvPr>
          <p:cNvCxnSpPr/>
          <p:nvPr/>
        </p:nvCxnSpPr>
        <p:spPr>
          <a:xfrm>
            <a:off x="504749" y="5348439"/>
            <a:ext cx="125630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1740B7B-7B18-A0BE-371D-943FF3363D4A}"/>
              </a:ext>
            </a:extLst>
          </p:cNvPr>
          <p:cNvSpPr/>
          <p:nvPr/>
        </p:nvSpPr>
        <p:spPr>
          <a:xfrm>
            <a:off x="7980883" y="696096"/>
            <a:ext cx="3606394" cy="4219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Unvisited</a:t>
            </a:r>
            <a:br>
              <a:rPr lang="en-US" dirty="0"/>
            </a:br>
            <a:r>
              <a:rPr lang="en-US" dirty="0"/>
              <a:t>{A;B;C;D;E;F;G;I;L}</a:t>
            </a:r>
            <a:br>
              <a:rPr lang="en-US" dirty="0"/>
            </a:br>
            <a:r>
              <a:rPr lang="en-US" dirty="0"/>
              <a:t>Visited</a:t>
            </a:r>
            <a:br>
              <a:rPr lang="en-US" dirty="0"/>
            </a:br>
            <a:r>
              <a:rPr lang="en-US" dirty="0"/>
              <a:t>{K;J;H}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3718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4EC4-AFE4-2A6F-039A-15237414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FE30284F-6F9E-85C5-8D02-8C11313AE414}"/>
              </a:ext>
            </a:extLst>
          </p:cNvPr>
          <p:cNvSpPr/>
          <p:nvPr/>
        </p:nvSpPr>
        <p:spPr>
          <a:xfrm>
            <a:off x="2019916" y="5255610"/>
            <a:ext cx="2356806" cy="423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Алгоритм  Прима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EEAC9F9-58F2-072E-E131-A2B1ED64E656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4570D44A-6CE9-5668-AE74-5334C1B24F9D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EEC2465A-12C0-0A1A-A5CB-07ACFC67BBF7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2DCEA39E-7C1E-9F0E-5D39-74CA2632F0BC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231DDAA6-E145-00DB-02EC-F57B4B484D6B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AEB9B0A1-A79A-5D11-8BD5-8F298FAD1F6F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31C9BB91-3172-1495-E4D3-0EA561B97109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01C495DB-D2AE-761A-1E9A-002AF3217C09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0BE71699-8757-23C8-BF07-D87DFDE18E76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D5349755-F651-3564-8469-A26C96EB5F02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EDC24C0B-49B1-79C2-8A3E-B3F6CF5D63FB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8BBB9F12-3013-8D27-1837-4BE6E808911A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D978A058-498C-7A3D-17E7-414798C9F0F7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E1D992C6-3C8A-C070-C141-2761C5D0B4E3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1DA90B16-0D2D-FE65-0325-44B0F4708674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63FBC610-5EDE-DBC4-823A-674677FDD25B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F3C094EF-5675-16A5-1B5D-AB748DF33BA9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2D92AE3D-DBBA-CD6E-C2A8-D517BFD7AA6C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7510C63E-5356-A3C8-728D-06AD5FCA5780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867DD526-E7E3-5FCB-25AA-C03DC0F2E43D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7EE15611-1A01-1E9E-D576-0A18294E03C9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E1ADE016-938C-4D6D-6B3C-AFF7903FFFAC}"/>
                </a:ext>
              </a:extLst>
            </p:cNvPr>
            <p:cNvCxnSpPr>
              <a:cxnSpLocks/>
              <a:stCxn id="61" idx="2"/>
              <a:endCxn id="68" idx="2"/>
            </p:cNvCxnSpPr>
            <p:nvPr/>
          </p:nvCxnSpPr>
          <p:spPr>
            <a:xfrm>
              <a:off x="6504409" y="2593177"/>
              <a:ext cx="426081" cy="156394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2F01EDCE-FD3D-F398-6F66-7C4B8A628BEE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D1362C8E-DA70-B890-6521-ECB1336FB136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04613CB7-B947-DCB6-5966-3540301804C8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54BA3970-E83A-EC2E-6FCA-AAEE121882D1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9D11826E-709A-4955-5FD2-2C9AA08E334A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77C9B9CF-A9F9-5D1B-8C5F-E1C36763741D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867120ED-42F8-BC7F-B080-E9CAF317CC47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BB3864FF-4E33-0487-9A91-254159866D74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0A3ADF1F-6CF6-CF65-E26F-AA35161EB021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E037E6F9-964E-70C4-5646-BEA517C2E176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1FDF832F-D3BD-09B3-FB02-3032E860D3C0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FFE4F685-803C-FC1B-1A0C-AB7D92707C4C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7288FC91-4922-711E-CC24-CCAD81FC3849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A79BB7B-B091-15FB-159B-E1B413F98F9D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7610174-920E-3055-B588-382BF217920E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F97578B-D2FA-555F-4E90-FC4FB22658C5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7A81EAF-543C-BDE1-2603-EBDB877927C4}"/>
                </a:ext>
              </a:extLst>
            </p:cNvPr>
            <p:cNvSpPr/>
            <p:nvPr/>
          </p:nvSpPr>
          <p:spPr>
            <a:xfrm>
              <a:off x="6625929" y="1732266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BF1C153-E444-38C1-C70A-7341C2EBDD12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AECF2F91-AEA8-700F-2409-00415C33FD36}"/>
                </a:ext>
              </a:extLst>
            </p:cNvPr>
            <p:cNvSpPr/>
            <p:nvPr/>
          </p:nvSpPr>
          <p:spPr>
            <a:xfrm>
              <a:off x="6773145" y="3115811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4E32EFF2-F49F-1B51-1D41-C50E3805AC35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03D1D89-546F-946D-326A-62A161BF7E99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D61DE1B-30B5-3A5D-2B13-A26F47B979AE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4F3DC15-593D-0607-84DA-D70EE283F008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DD9D4AE5-1270-E0D3-D45E-99986140D8EC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E37427D4-1B1E-7357-63B7-C1CDCABB010E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A2C7C12-EF3C-34B2-8B96-2425BCFFEF29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0BA9CDF9-82E0-2F73-1A6D-34D31B056213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C95EECFF-D92D-1844-AD5A-A31FC712E72F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26EFDA80-B8BE-F6AC-6A0E-55360F3F20E8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4E87C83-1428-C353-CA56-12D96E7766D2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F129F8A3-CD6B-D97F-4409-0FDE216D8405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4EAE04A2-4ED5-7224-CE71-476069DCD75A}"/>
              </a:ext>
            </a:extLst>
          </p:cNvPr>
          <p:cNvCxnSpPr/>
          <p:nvPr/>
        </p:nvCxnSpPr>
        <p:spPr>
          <a:xfrm>
            <a:off x="504749" y="5348439"/>
            <a:ext cx="125630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7F42CB4-A8A7-6C87-662E-72740A1EC66B}"/>
              </a:ext>
            </a:extLst>
          </p:cNvPr>
          <p:cNvSpPr/>
          <p:nvPr/>
        </p:nvSpPr>
        <p:spPr>
          <a:xfrm>
            <a:off x="7980883" y="696096"/>
            <a:ext cx="3606394" cy="4219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Unvisited</a:t>
            </a:r>
            <a:br>
              <a:rPr lang="en-US" dirty="0"/>
            </a:br>
            <a:r>
              <a:rPr lang="en-US" dirty="0"/>
              <a:t>{A;B;C;D;E;F;I;L}</a:t>
            </a:r>
            <a:br>
              <a:rPr lang="en-US" dirty="0"/>
            </a:br>
            <a:r>
              <a:rPr lang="en-US" dirty="0"/>
              <a:t>Visited</a:t>
            </a:r>
            <a:br>
              <a:rPr lang="en-US" dirty="0"/>
            </a:br>
            <a:r>
              <a:rPr lang="en-US" dirty="0"/>
              <a:t>{K;J;H;G}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080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C8585-32E8-C9B9-DD46-112E9DB9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257E7C8D-4E6A-78C7-FC7E-211EBFD854E7}"/>
              </a:ext>
            </a:extLst>
          </p:cNvPr>
          <p:cNvSpPr/>
          <p:nvPr/>
        </p:nvSpPr>
        <p:spPr>
          <a:xfrm>
            <a:off x="2019916" y="5255610"/>
            <a:ext cx="2356806" cy="4239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ru-RU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Алгоритм  Прима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097CB66-C91E-5992-7670-DDEC67024F9F}"/>
              </a:ext>
            </a:extLst>
          </p:cNvPr>
          <p:cNvGrpSpPr/>
          <p:nvPr/>
        </p:nvGrpSpPr>
        <p:grpSpPr>
          <a:xfrm>
            <a:off x="350965" y="374500"/>
            <a:ext cx="6782665" cy="4973939"/>
            <a:chOff x="354812" y="374500"/>
            <a:chExt cx="6782665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B73962C2-0F5B-0B93-5BD5-EE7067A4A5F6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E6D39B36-35BD-097E-9664-D7A0A3D4863A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  <a:solidFill>
              <a:srgbClr val="4E67C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9D5050D0-8E51-2207-9649-CBA27194131C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026C2834-3A6E-78B1-11DA-585C19F78291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0C813242-C0D3-9314-A479-F148BF7F90E6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B38C0550-C6EC-635B-91C0-1EFFC0C370A6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522D05F2-F858-4054-C6E5-6A5CABF51ECA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04C4BC37-E73E-F9DA-92EC-62C3472B6057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  <a:solidFill>
              <a:srgbClr val="4E67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57A7DC81-0536-AEE5-310D-5D9085D88872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ACEB9481-3689-3D46-C97B-6949EFF5DC25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C89ABEDF-DBAE-6ABC-31C4-1B1AF6CDCAD9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FB304A7B-B961-254D-2452-A33440A62012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4C8CF897-84C3-5E94-DB06-81FDD8B63961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0FE9B7B9-7330-4BA8-1A88-2C6A431D5DC3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0D4F6B8E-0BBB-8FDC-B91B-D725D048347C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446C7051-E8A7-9A0D-38EC-AB70609C074A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12343C10-626F-BC83-9D9B-3611D8160FAA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A9E29B6C-3DC4-45DB-1606-AF6885801749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0ABBB193-19B6-49B7-91D7-4C953F8C0B90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1795DB7E-5974-8147-7F96-E166A6CB6D80}"/>
                </a:ext>
              </a:extLst>
            </p:cNvPr>
            <p:cNvCxnSpPr>
              <a:cxnSpLocks/>
              <a:stCxn id="61" idx="2"/>
              <a:endCxn id="33" idx="2"/>
            </p:cNvCxnSpPr>
            <p:nvPr/>
          </p:nvCxnSpPr>
          <p:spPr>
            <a:xfrm>
              <a:off x="6504409" y="2593177"/>
              <a:ext cx="438907" cy="1550785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CCBFEC24-1607-478F-F724-6F20D40E4956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6C329767-0D4C-6490-0875-CD1643CCCA27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77F1C114-B315-D765-47D8-CA1A59014996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14DA874C-2CF5-B583-8509-7FA285FB25BF}"/>
                </a:ext>
              </a:extLst>
            </p:cNvPr>
            <p:cNvCxnSpPr>
              <a:cxnSpLocks/>
              <a:stCxn id="33" idx="2"/>
              <a:endCxn id="62" idx="6"/>
            </p:cNvCxnSpPr>
            <p:nvPr/>
          </p:nvCxnSpPr>
          <p:spPr>
            <a:xfrm flipH="1">
              <a:off x="5377114" y="4143962"/>
              <a:ext cx="1566202" cy="953192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8EBF54E0-46FB-031D-5160-4FF9EB6F0FC8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DB2DD706-ED1C-830D-A2AF-26CD101D4BA1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DA203045-B09A-83A2-F0BD-D0C1D43DA949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4C5B9D98-2FEC-6330-EB96-DFEBE7818210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C87B1242-3516-3681-EE99-0717F2224EA7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463815FF-AA84-AFD1-C405-093B2F185FF6}"/>
                </a:ext>
              </a:extLst>
            </p:cNvPr>
            <p:cNvCxnSpPr>
              <a:cxnSpLocks/>
              <a:stCxn id="67" idx="7"/>
              <a:endCxn id="33" idx="2"/>
            </p:cNvCxnSpPr>
            <p:nvPr/>
          </p:nvCxnSpPr>
          <p:spPr>
            <a:xfrm>
              <a:off x="5397389" y="3706114"/>
              <a:ext cx="1545927" cy="437848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728BF131-5472-7C55-98F5-D8173BDDD34E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69CDC5F-4163-CEFC-E120-BB9DC4FD4ED1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B8C76586-DA81-ABD9-1715-E9142179BBD3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172DD4A-F78B-9FD4-FCED-80B437610A16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960012F-0AB3-FC96-2E96-DAF3879211CD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D1C595CC-66B6-C0A4-52B1-9CD0B1AD0A42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7</a:t>
              </a: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1201C68-3799-8916-2C77-39EFE57B5FA9}"/>
                </a:ext>
              </a:extLst>
            </p:cNvPr>
            <p:cNvSpPr/>
            <p:nvPr/>
          </p:nvSpPr>
          <p:spPr>
            <a:xfrm>
              <a:off x="6645262" y="1755165"/>
              <a:ext cx="278698" cy="2639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D713DBD-4B03-5481-0D0D-D38EFB5F8EEB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1F44152-2BC4-5EC1-F8DD-3E49DED01C2A}"/>
                </a:ext>
              </a:extLst>
            </p:cNvPr>
            <p:cNvSpPr/>
            <p:nvPr/>
          </p:nvSpPr>
          <p:spPr>
            <a:xfrm>
              <a:off x="6754847" y="3123712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1D9650E9-EBF9-C303-FB0D-F553B1389F7B}"/>
                </a:ext>
              </a:extLst>
            </p:cNvPr>
            <p:cNvSpPr/>
            <p:nvPr/>
          </p:nvSpPr>
          <p:spPr>
            <a:xfrm>
              <a:off x="3624613" y="3813260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DA0C4DD-8290-69E8-D4DC-0DCF8FED1263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E25312F-D859-16E1-0CC7-3393F2C72310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063C07D-EE4E-4997-6FF8-E14C72A96B36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F9D6218-7364-56EC-29F8-43A41F89C1AB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43822548-73FC-3677-13FA-76578CA7B382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FD4CE6F8-E328-C1E5-ACD3-59016E2A64C3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46297EB2-0D6E-503E-66BD-887F2D0F5A4F}"/>
                </a:ext>
              </a:extLst>
            </p:cNvPr>
            <p:cNvSpPr/>
            <p:nvPr/>
          </p:nvSpPr>
          <p:spPr>
            <a:xfrm>
              <a:off x="6002003" y="1975969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972B34D-D418-55C0-C365-381C44D5A201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DC275B2B-B097-E348-74F4-B9B8A486A1FA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0AF835C3-CE04-4BDE-3516-686C1E3C4B31}"/>
                </a:ext>
              </a:extLst>
            </p:cNvPr>
            <p:cNvSpPr/>
            <p:nvPr/>
          </p:nvSpPr>
          <p:spPr>
            <a:xfrm>
              <a:off x="6088396" y="3203543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324B42EE-B82B-B8F3-8110-80F0D311EEDE}"/>
                </a:ext>
              </a:extLst>
            </p:cNvPr>
            <p:cNvSpPr/>
            <p:nvPr/>
          </p:nvSpPr>
          <p:spPr>
            <a:xfrm>
              <a:off x="6026398" y="3632514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AE6CFA1D-F6B3-7F0C-5475-E80592B78ACF}"/>
              </a:ext>
            </a:extLst>
          </p:cNvPr>
          <p:cNvCxnSpPr/>
          <p:nvPr/>
        </p:nvCxnSpPr>
        <p:spPr>
          <a:xfrm>
            <a:off x="504749" y="5348439"/>
            <a:ext cx="125630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BD7A503-5C53-EE45-F5D1-02A16685234E}"/>
              </a:ext>
            </a:extLst>
          </p:cNvPr>
          <p:cNvSpPr/>
          <p:nvPr/>
        </p:nvSpPr>
        <p:spPr>
          <a:xfrm>
            <a:off x="7980883" y="696096"/>
            <a:ext cx="3606394" cy="421971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Unvisited</a:t>
            </a:r>
            <a:br>
              <a:rPr lang="en-US" dirty="0"/>
            </a:br>
            <a:r>
              <a:rPr lang="en-US" dirty="0"/>
              <a:t>{}</a:t>
            </a:r>
            <a:br>
              <a:rPr lang="en-US" dirty="0"/>
            </a:br>
            <a:r>
              <a:rPr lang="en-US" dirty="0"/>
              <a:t>Visited</a:t>
            </a:r>
            <a:br>
              <a:rPr lang="en-US" dirty="0"/>
            </a:br>
            <a:r>
              <a:rPr lang="en-US" dirty="0"/>
              <a:t>{K;J;H;G;F;E;B;D;C;A}</a:t>
            </a:r>
            <a:endParaRPr lang="ru-RU" dirty="0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BAE9DD2C-1A3A-48C8-84F9-7ACB24583CD6}"/>
              </a:ext>
            </a:extLst>
          </p:cNvPr>
          <p:cNvSpPr/>
          <p:nvPr/>
        </p:nvSpPr>
        <p:spPr>
          <a:xfrm>
            <a:off x="6939469" y="3892676"/>
            <a:ext cx="537472" cy="5025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705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243DE4-FD3F-4A45-4259-16DB883EA767}"/>
              </a:ext>
            </a:extLst>
          </p:cNvPr>
          <p:cNvSpPr/>
          <p:nvPr/>
        </p:nvSpPr>
        <p:spPr>
          <a:xfrm>
            <a:off x="-314553" y="-14631"/>
            <a:ext cx="2633472" cy="4118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Расстояния:</a:t>
            </a:r>
            <a:br>
              <a:rPr lang="ru-RU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 = 0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E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G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I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J = ∞</a:t>
            </a:r>
            <a:br>
              <a:rPr lang="en-US" dirty="0"/>
            </a:b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K = ∞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D59FBF-4A60-E842-02CE-8FE8DFE321AA}"/>
              </a:ext>
            </a:extLst>
          </p:cNvPr>
          <p:cNvSpPr/>
          <p:nvPr/>
        </p:nvSpPr>
        <p:spPr>
          <a:xfrm>
            <a:off x="1441093" y="0"/>
            <a:ext cx="5303521" cy="186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Обновляем соседние узлы: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A-B: 0 + 2 = 2 → B = 2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A-C: 0 + 3 = 3 → C = 3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A-D: 0 + 4 = 4 → D = 4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E34C3B-B82B-D994-A57F-2281FCC76402}"/>
              </a:ext>
            </a:extLst>
          </p:cNvPr>
          <p:cNvSpPr/>
          <p:nvPr/>
        </p:nvSpPr>
        <p:spPr>
          <a:xfrm>
            <a:off x="1515462" y="1561794"/>
            <a:ext cx="5303521" cy="16898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FFFFF"/>
                </a:solidFill>
                <a:latin typeface="Roboto" panose="02000000000000000000" pitchFamily="2" charset="0"/>
              </a:rPr>
              <a:t>- Обновляем соседние узлы:</a:t>
            </a:r>
            <a:b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B-C: 2 + 4 = 6 (не обновляем, т.к. 6 &gt; 3)</a:t>
            </a:r>
            <a:br>
              <a:rPr lang="ru-RU" dirty="0"/>
            </a:br>
            <a:r>
              <a:rPr lang="en-US" dirty="0"/>
              <a:t>       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B-D: 2 + 1 = 3 → D = 3 (обновляем, т.к. 3 &lt; 4)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6C393C-1A96-B417-E972-DDCF389079FB}"/>
              </a:ext>
            </a:extLst>
          </p:cNvPr>
          <p:cNvSpPr/>
          <p:nvPr/>
        </p:nvSpPr>
        <p:spPr>
          <a:xfrm>
            <a:off x="1515462" y="3108959"/>
            <a:ext cx="5654651" cy="16898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FFFFF"/>
                </a:solidFill>
                <a:latin typeface="Roboto" panose="02000000000000000000" pitchFamily="2" charset="0"/>
              </a:rPr>
              <a:t>- Обновляем соседние узлы: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</a:t>
            </a:r>
            <a:b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C-D: 3 + 1 = 4 (не обновляем, т.к. 4 = 3)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C-E: 3 + 5 = 8 → E = 8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8183E9-95BB-520C-00E1-C23A33E9FBBC}"/>
              </a:ext>
            </a:extLst>
          </p:cNvPr>
          <p:cNvSpPr/>
          <p:nvPr/>
        </p:nvSpPr>
        <p:spPr>
          <a:xfrm>
            <a:off x="1265527" y="4720132"/>
            <a:ext cx="5654651" cy="186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Обновляем соседние узлы: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- D-E: 3 + 3 = 6 → E = 6 (обновляем)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- D-F: 3 + 7 = 10 → F = 10 (обновляем)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384403-C739-0A61-0FB4-F43167FE217B}"/>
              </a:ext>
            </a:extLst>
          </p:cNvPr>
          <p:cNvSpPr/>
          <p:nvPr/>
        </p:nvSpPr>
        <p:spPr>
          <a:xfrm>
            <a:off x="6096000" y="93268"/>
            <a:ext cx="5654651" cy="186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Обновляем соседние узлы: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- D-E: 3 + 3 = 6 → E = 6 (обновляем)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- D-F: 3 + 7 = 10 → F = 10 (обновляем)</a:t>
            </a:r>
            <a:b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- F-H: 7 + 6 = 13 → H = 13 (обновляем)</a:t>
            </a:r>
            <a:br>
              <a:rPr lang="pt-BR" dirty="0"/>
            </a:b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73D37AA-D185-8E08-8575-C13363D0F61D}"/>
              </a:ext>
            </a:extLst>
          </p:cNvPr>
          <p:cNvSpPr/>
          <p:nvPr/>
        </p:nvSpPr>
        <p:spPr>
          <a:xfrm>
            <a:off x="6381905" y="1625803"/>
            <a:ext cx="5082839" cy="186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- Обновляем соседние узлы: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- H-J: 11 + 1 = 12 → J = 12 (обновляем)</a:t>
            </a:r>
            <a:b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 J-K: 12 + 1 = 13 → K = 13 (обновляем)</a:t>
            </a:r>
            <a:br>
              <a:rPr lang="pt-BR" dirty="0"/>
            </a:b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85EE411-AAAB-1F58-7546-54F63E9C9B7C}"/>
              </a:ext>
            </a:extLst>
          </p:cNvPr>
          <p:cNvSpPr/>
          <p:nvPr/>
        </p:nvSpPr>
        <p:spPr>
          <a:xfrm>
            <a:off x="6694021" y="2897733"/>
            <a:ext cx="5082839" cy="186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- Обновляем соседние узлы:</a:t>
            </a:r>
            <a:br>
              <a:rPr lang="ru-RU" dirty="0">
                <a:solidFill>
                  <a:srgbClr val="FFFFFF"/>
                </a:solidFill>
                <a:latin typeface="Roboto" panose="02000000000000000000" pitchFamily="2" charset="0"/>
              </a:rPr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I-K: 13 + 2 = 15 (не обновляем K, т.к. 15 &gt; 13)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7257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2B2FF2-54D6-8FB1-45DA-207081473813}"/>
              </a:ext>
            </a:extLst>
          </p:cNvPr>
          <p:cNvSpPr/>
          <p:nvPr/>
        </p:nvSpPr>
        <p:spPr>
          <a:xfrm>
            <a:off x="1886101" y="1250899"/>
            <a:ext cx="5654651" cy="18617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После завершения алгоритма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Дейкстры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, мы получаем следующие 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кратчайшое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расстояние от начальной вершины A до всех остальных вершин: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495082-1055-66E3-1B7F-4D1EC4B96413}"/>
              </a:ext>
            </a:extLst>
          </p:cNvPr>
          <p:cNvSpPr/>
          <p:nvPr/>
        </p:nvSpPr>
        <p:spPr>
          <a:xfrm>
            <a:off x="-314553" y="-14631"/>
            <a:ext cx="2633472" cy="41184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 = 0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 = 2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 = 3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 = 3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E = 6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F = 7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G = 9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H = 11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I = 13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J = 12</a:t>
            </a:r>
            <a:br>
              <a:rPr lang="pt-BR" dirty="0"/>
            </a:br>
            <a:r>
              <a:rPr lang="pt-BR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K = 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634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999F-A8F7-6496-6B1B-DD6FA219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1EE86751-49DA-4586-53D2-6B59DE2828B9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8D093DA6-BE45-9D26-1D01-9E63405E401C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9D426EDB-91AC-7EEC-B4B2-92D4FA0C974D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D4C442E4-A7CA-6B33-8A06-E8480AACB667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rgbClr val="4E67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0C52CC98-C527-C4DC-F9FE-66B8E87B5614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26A24422-DE2F-CA2A-76AE-294987CF6F8E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7BF1A6FF-FDCA-1022-93BB-9BB733B6F525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86DD437A-32D5-6A55-1C97-8BEF3885AD97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2E9BCC9E-65FE-89E2-0164-F3BF8726122A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CF1A4AA0-F2C3-7A85-3178-9A45C11C5F97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054290B9-AB24-EC4C-C07C-1A70564185E5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C32C0B09-D4FB-8B69-67BF-7DBAACB556A7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2FAA4753-3148-9EA0-0C51-F889DEC69B24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C19392D0-6CAD-A246-DD8A-15D371B70E47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FE75D664-98B6-E376-5535-8F39A84C053E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F16A156D-20CE-2DAF-518E-77A60AF6F47F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CB33C1CB-36E9-513E-5907-FDA40D7C5BAA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AC520653-6089-B75E-A26A-0EE118E57737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6DB48390-D66D-DD79-1D9E-11A4F7F38366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1D43226C-B193-B308-94A0-74529056CA97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031B4488-501F-BDCD-77C5-10104B34C36B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D393FDA3-1E10-427D-438E-123D97E7644C}"/>
                </a:ext>
              </a:extLst>
            </p:cNvPr>
            <p:cNvCxnSpPr>
              <a:cxnSpLocks/>
              <a:stCxn id="61" idx="2"/>
              <a:endCxn id="68" idx="0"/>
            </p:cNvCxnSpPr>
            <p:nvPr/>
          </p:nvCxnSpPr>
          <p:spPr>
            <a:xfrm>
              <a:off x="6504409" y="2593177"/>
              <a:ext cx="694817" cy="1312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EF68F1C9-DAFC-588E-54DE-7ADFBAF43F7A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49FFCC51-49AC-6DFC-2CD2-99DFC13A94D7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C1D26220-3F68-418B-06A6-F9847599EEC4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C6B04202-E0E1-FEE6-016D-ED10B6805CAF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033DCCE1-11AD-B3FA-5D4A-6CC8B665805A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33753801-DE57-7AAE-58E3-22FD1DA82065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8EDD3F2D-4DB7-66C4-15AE-5F74FB5CE9E7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3E406E21-1381-FD3D-20A7-F5ECDC950C2D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1A5EBCEB-56E1-2C8F-AC91-084AF50C1F6C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26ED9BDA-BEAA-1F49-9334-48D4DE932F3F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3895753D-072F-14BD-C9AF-D5184494FF76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6DEA0072-5EE0-AD08-071F-8B4928A2E894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72CF4FD7-A2FD-6931-027F-89B753BF5EDB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207C5BD-82CF-854D-60F9-F34F3F27789F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5F88B4C-700F-F624-8755-A1B30AA09613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37758DF-DBA1-4343-C150-1DB970463155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7ECA7E2B-D66D-6D28-6AB5-25A8B80B2984}"/>
                </a:ext>
              </a:extLst>
            </p:cNvPr>
            <p:cNvSpPr/>
            <p:nvPr/>
          </p:nvSpPr>
          <p:spPr>
            <a:xfrm>
              <a:off x="6645151" y="1745980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71C1AA5-2E2F-710B-FF43-E73695A87E95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591707F5-AFF0-D79F-3228-9785EBB3762A}"/>
                </a:ext>
              </a:extLst>
            </p:cNvPr>
            <p:cNvSpPr/>
            <p:nvPr/>
          </p:nvSpPr>
          <p:spPr>
            <a:xfrm>
              <a:off x="6834095" y="3001961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6225CA7F-865B-A35F-D394-F7283F708956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61867DE-494A-BBCA-A539-E15792A04B89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A4FF0CF-04DD-14D1-F7C7-F2DF1A4C9868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5D499114-0BC0-C2E5-CE4F-CCF4CFA9252B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5ECB265-8FB4-AF13-7BB1-6C4DDD1B6052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BA0A25E8-C688-1CD4-0796-4EBF659D5694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579232E-37DE-38A3-9B3D-DE3EDDEBEB8B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C3EA6476-CDAD-6A56-ABDB-DC4FF70A255C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630A3648-857E-48B9-7850-7EAF88B72DF7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54DAB127-726B-2E05-5805-1FDFBDE897B2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3832C251-87E8-A099-D4AB-E4F90330B50A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D264C277-074D-39E3-FDFF-023D55009071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27" name="Rectangle 2">
            <a:extLst>
              <a:ext uri="{FF2B5EF4-FFF2-40B4-BE49-F238E27FC236}">
                <a16:creationId xmlns:a16="http://schemas.microsoft.com/office/drawing/2014/main" id="{9CF282E0-DC9D-5FA6-B59E-C7E9F7F73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115" y="908107"/>
            <a:ext cx="42135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var(--font-family-monospace)"/>
              </a:rPr>
              <a:t>A → B → D → E → F → C</a:t>
            </a: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var(--font-family-monospace)"/>
              </a:rPr>
            </a:b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var(--font-family-monospace)"/>
              </a:rPr>
            </a:br>
            <a:r>
              <a:rPr lang="ru-RU" sz="32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Количество шагов: 6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5CBADF-BC04-0923-BC43-57D9297DF26F}"/>
              </a:ext>
            </a:extLst>
          </p:cNvPr>
          <p:cNvSpPr/>
          <p:nvPr/>
        </p:nvSpPr>
        <p:spPr>
          <a:xfrm>
            <a:off x="982675" y="0"/>
            <a:ext cx="10226650" cy="64483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1. Обход в глубину (DFS)</a:t>
            </a:r>
            <a:br>
              <a:rPr lang="ru-RU"/>
            </a:b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Обход в глубину (Depth-First Search) начинает с корневой (или начальной) вершины и исследует как можно глубже, прежде чем вернуться назад. </a:t>
            </a:r>
            <a:br>
              <a:rPr lang="ru-RU"/>
            </a:b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1. Начинаем с A: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2. Переходим к B.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3. Затем к D.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4. Далее к E.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5. Затем к F.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6. Обратно к D для проверки неохваченных соседей (C).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7. Затем к C.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8. Не можем идти дальше, идем обратно на уровень выше к B.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9. Возвращаемся к A.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10. Затем к C.</a:t>
            </a:r>
            <a:br>
              <a:rPr lang="ru-RU"/>
            </a:br>
            <a:r>
              <a:rPr lang="ru-RU" b="0" i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11. Не можем идти дальше, заканчиваем обход.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26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2B03-821D-6CD3-057A-BA6666E3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06499CA-09AB-1D8F-D1CB-838D85676178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899BE811-7E7E-A936-B700-F2FE12703A77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87F602C4-98BF-E9DA-3570-B58922818B0C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1D351FEF-F30B-22C9-FAD3-E3CA203569F8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rgbClr val="4E67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17F8EB9A-9F49-2B5D-12F3-11545F258CFF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7688DEAB-87DF-B836-FD47-022CA17F735A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98DAE120-691D-A53C-F31E-86DC867EE82C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C6D5A91F-8A9E-0CA1-C285-8E8B1BDFCA38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09C5E3DB-90C9-4D77-86EF-C5378DCA6454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5C4161E0-95C0-E1BA-C8C9-5C0FC159F345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A0482325-431E-783F-2DF9-DF48C4697F67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8C44F0E6-6293-3485-0360-440C05F96071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0C64C4E6-84E5-C340-30DE-8EC537E05A03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009B0A23-D89F-D705-F423-2A6E5C775BC2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946A2ADD-2791-C942-FC31-BD7E99DAE271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D2EFA97A-C8E0-871D-8FDA-2219ECC7EA63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8151606F-2C05-7344-89B7-22D0E557ED42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F3679FC9-2069-F432-B28A-93D2E1A8F3FF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3511E82E-4FFB-AFC7-98CC-D71D6EC2179D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7B1E2E01-5E63-A6EE-1288-3BE825BB67A5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B95B22ED-728A-F417-28CF-679B99103756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3F89F655-7C5D-CED0-632D-6E2581D34DC8}"/>
                </a:ext>
              </a:extLst>
            </p:cNvPr>
            <p:cNvCxnSpPr>
              <a:cxnSpLocks/>
              <a:stCxn id="61" idx="2"/>
              <a:endCxn id="68" idx="0"/>
            </p:cNvCxnSpPr>
            <p:nvPr/>
          </p:nvCxnSpPr>
          <p:spPr>
            <a:xfrm>
              <a:off x="6504409" y="2593177"/>
              <a:ext cx="694817" cy="1312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FB63B663-672E-5C01-39E3-2A9C3BD88D12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9FF01722-6B84-7C92-8649-FD20546FD874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5A9142C8-4961-1DED-1E84-C75650DE4DEA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FF87F517-3041-2DEB-1CA5-C9EE192BEC2E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D195A87E-1064-9191-C0E8-855F447A9014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CE1D23EF-AF93-E43B-DFAE-B6C87BB902BE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BE6A5163-7395-CB8E-FD3D-78F02FF2260B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CB995E29-940C-4F02-5F1D-B9B9A024B32E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39CD66B4-819B-783B-90CD-4C1D44FF9A6C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E3A9C45E-2763-6A23-1C52-C10BB72B32F1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B5CDD71E-9313-099F-A204-45C75A81BC43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BEB93148-DA7E-0297-B327-575496CD5657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B14DE3B6-369D-E1BD-D841-99F908392DA0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061F939-E406-E9D3-5CD8-96B63A507A9C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9DC5852-6975-0051-8AB9-CB49EA836D10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555B1E88-E095-1648-D3D0-CF963AD6F502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E535117-3F31-5B0C-FA5D-9CE27AA54D0F}"/>
                </a:ext>
              </a:extLst>
            </p:cNvPr>
            <p:cNvSpPr/>
            <p:nvPr/>
          </p:nvSpPr>
          <p:spPr>
            <a:xfrm>
              <a:off x="6645151" y="1745980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9156F682-836D-5DF2-7996-B3D172687282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5A410DA-7C6E-9E1C-3F8A-CF83D550758F}"/>
                </a:ext>
              </a:extLst>
            </p:cNvPr>
            <p:cNvSpPr/>
            <p:nvPr/>
          </p:nvSpPr>
          <p:spPr>
            <a:xfrm>
              <a:off x="6834095" y="3001961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4E51571-905F-9838-942A-A38D66FDCE3C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B0615F0-1BEF-1B4A-40B7-5E09B45249C7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44DA3C96-09C4-8FDE-F403-84F6B549D54F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CEE9158D-03BD-A867-EFDA-D5055E49F3E2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02AD9368-AEA5-A1F8-F7D9-BB4F0728810E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329399F-66BA-F6AE-E8DF-B08C50D64597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2AB238FA-7A94-3724-1541-D435B7561DC9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DF7715C-4CBC-3972-8482-FED070E6C513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1C401DE-290A-3D0E-EDBE-7076BCAF9B9F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B631C865-DCFB-69DE-C789-7F4FA633ECBA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3BA708F-D8E9-005D-1CE1-DEABED85AE5B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CA43DF9F-B397-D359-CB2F-C6B76E7AC16D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sp>
        <p:nvSpPr>
          <p:cNvPr id="20" name="Rectangle 1">
            <a:extLst>
              <a:ext uri="{FF2B5EF4-FFF2-40B4-BE49-F238E27FC236}">
                <a16:creationId xmlns:a16="http://schemas.microsoft.com/office/drawing/2014/main" id="{963182C1-D4DA-4ED1-E5B0-8FCAD008B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903" y="5489187"/>
            <a:ext cx="1001433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var(--font-family-monospace)"/>
              </a:rPr>
              <a:t>A → B → C → D → E → F → G → H → I → J → K</a:t>
            </a: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var(--font-family-monospace)"/>
              </a:rPr>
            </a:br>
            <a:r>
              <a:rPr lang="ru-RU" sz="32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Количество шагов: 11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361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C5683-B17F-D505-C247-3DA7CB309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DC25047-BFE4-7B13-10F4-DD63DC9B77C8}"/>
              </a:ext>
            </a:extLst>
          </p:cNvPr>
          <p:cNvSpPr/>
          <p:nvPr/>
        </p:nvSpPr>
        <p:spPr>
          <a:xfrm>
            <a:off x="982675" y="0"/>
            <a:ext cx="10226650" cy="64483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Обход в ширину (</a:t>
            </a:r>
            <a:r>
              <a:rPr lang="ru-RU" b="0" i="0" dirty="0" err="1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Breadth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-First Search) работает по принципу уровней, начиная с корневой вершины и исследуя все соседние вершины на одном уровне перед переходом на следующий уровень.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1. Начинаем с A.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2. Переходим к B, C и D, заполняя уровень.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3. Затем переходим к E, F, G.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4. Далее к H, I, J и K.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6422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45FB-CE3B-27A7-FCFF-C9050749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58C3E10-138B-D59E-B99E-B3492234B944}"/>
              </a:ext>
            </a:extLst>
          </p:cNvPr>
          <p:cNvSpPr/>
          <p:nvPr/>
        </p:nvSpPr>
        <p:spPr>
          <a:xfrm>
            <a:off x="982675" y="0"/>
            <a:ext cx="10226650" cy="64483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1. Обход в глубину (DFS):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Преимущества: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Экономит память для больших графов.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Легок в реализации.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Недостатки: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Не гарантирует кратчайший путь.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Может застрять в циклах, если не использовать механизмы для отслеживания посещенных вершин.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2. Обход в ширину (BFS):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Преимущества: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Гарантирует нахождение кратчайшего пути в невзвешенных графах.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Структура данных не требует много дополнительных затрат.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Недостатки:</a:t>
            </a:r>
            <a:br>
              <a:rPr lang="ru-RU" dirty="0"/>
            </a:b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     Использует больше памяти, чем DFS, так как хранит все узлы на текущем уровне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3190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53ADC-AAE0-7E80-9F42-9B80DE4A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6A06ECC-4450-ED38-89D6-0541C06A7574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9252571A-B43F-3884-5EAE-90533CA048EB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B57F6475-4A74-8690-8734-5E1EE86382BF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F2066504-3BCC-C0A3-E0BB-7B33FAFD6139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rgbClr val="4E67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B9894CBB-F383-C9FE-BECC-3F86FAAB64C4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DA2D3768-71FA-05CB-AF33-C4936DE30721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5DAE53F3-6187-C575-0294-6EAEA1E2E41E}"/>
                </a:ext>
              </a:extLst>
            </p:cNvPr>
            <p:cNvSpPr/>
            <p:nvPr/>
          </p:nvSpPr>
          <p:spPr>
            <a:xfrm>
              <a:off x="4934655" y="374500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ru-RU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28A5706C-D88F-5A9E-BDAE-36D388A31C3B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4728E0C6-96E5-2DF2-BF30-9182F0CDD5C9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692058AA-7567-4D39-94E8-BE32EB92FB51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63719E3B-EA3B-6195-2487-A634AF7D552F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78E820FE-400D-CDE9-19E0-223E5CC51A32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B66174F8-48E1-F28B-6B5D-29680F8CBCBD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Прямая соединительная линия 71">
              <a:extLst>
                <a:ext uri="{FF2B5EF4-FFF2-40B4-BE49-F238E27FC236}">
                  <a16:creationId xmlns:a16="http://schemas.microsoft.com/office/drawing/2014/main" id="{B3C3D6DC-4E1D-85ED-BE1A-86477BD4E8C2}"/>
                </a:ext>
              </a:extLst>
            </p:cNvPr>
            <p:cNvCxnSpPr>
              <a:cxnSpLocks/>
              <a:stCxn id="64" idx="7"/>
              <a:endCxn id="65" idx="2"/>
            </p:cNvCxnSpPr>
            <p:nvPr/>
          </p:nvCxnSpPr>
          <p:spPr>
            <a:xfrm flipV="1">
              <a:off x="813573" y="625786"/>
              <a:ext cx="4121082" cy="173533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Прямая соединительная линия 72">
              <a:extLst>
                <a:ext uri="{FF2B5EF4-FFF2-40B4-BE49-F238E27FC236}">
                  <a16:creationId xmlns:a16="http://schemas.microsoft.com/office/drawing/2014/main" id="{605E11F3-2A0B-8CA8-4F74-0D6FA0DFA053}"/>
                </a:ext>
              </a:extLst>
            </p:cNvPr>
            <p:cNvCxnSpPr>
              <a:cxnSpLocks/>
              <a:stCxn id="60" idx="5"/>
              <a:endCxn id="65" idx="2"/>
            </p:cNvCxnSpPr>
            <p:nvPr/>
          </p:nvCxnSpPr>
          <p:spPr>
            <a:xfrm flipV="1">
              <a:off x="1764900" y="625786"/>
              <a:ext cx="3169755" cy="1776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Прямая соединительная линия 73">
              <a:extLst>
                <a:ext uri="{FF2B5EF4-FFF2-40B4-BE49-F238E27FC236}">
                  <a16:creationId xmlns:a16="http://schemas.microsoft.com/office/drawing/2014/main" id="{3B43D70C-A952-18C1-47C1-B65267CC9FA3}"/>
                </a:ext>
              </a:extLst>
            </p:cNvPr>
            <p:cNvCxnSpPr>
              <a:cxnSpLocks/>
              <a:stCxn id="65" idx="3"/>
              <a:endCxn id="65" idx="4"/>
            </p:cNvCxnSpPr>
            <p:nvPr/>
          </p:nvCxnSpPr>
          <p:spPr>
            <a:xfrm>
              <a:off x="5013366" y="803471"/>
              <a:ext cx="190025" cy="73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>
              <a:extLst>
                <a:ext uri="{FF2B5EF4-FFF2-40B4-BE49-F238E27FC236}">
                  <a16:creationId xmlns:a16="http://schemas.microsoft.com/office/drawing/2014/main" id="{2770BE9B-7ED3-55CA-D686-0A5C30EC3015}"/>
                </a:ext>
              </a:extLst>
            </p:cNvPr>
            <p:cNvCxnSpPr>
              <a:cxnSpLocks/>
              <a:stCxn id="65" idx="6"/>
              <a:endCxn id="69" idx="2"/>
            </p:cNvCxnSpPr>
            <p:nvPr/>
          </p:nvCxnSpPr>
          <p:spPr>
            <a:xfrm>
              <a:off x="5472127" y="625786"/>
              <a:ext cx="1127878" cy="65497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190304FA-947B-9530-A812-8C740E27EC5E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Прямая соединительная линия 76">
              <a:extLst>
                <a:ext uri="{FF2B5EF4-FFF2-40B4-BE49-F238E27FC236}">
                  <a16:creationId xmlns:a16="http://schemas.microsoft.com/office/drawing/2014/main" id="{5C3182B1-D922-DAB5-5E5E-A90F36BA9A26}"/>
                </a:ext>
              </a:extLst>
            </p:cNvPr>
            <p:cNvCxnSpPr>
              <a:cxnSpLocks/>
              <a:stCxn id="65" idx="2"/>
              <a:endCxn id="63" idx="6"/>
            </p:cNvCxnSpPr>
            <p:nvPr/>
          </p:nvCxnSpPr>
          <p:spPr>
            <a:xfrm flipH="1">
              <a:off x="3730006" y="625786"/>
              <a:ext cx="1204649" cy="188816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CFFA5572-7631-36AF-F691-0C44AC28627C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DE4CA9B0-F276-10A7-6494-CE6CE490358B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7AC7A744-7B0F-0971-14C8-01109856828A}"/>
                </a:ext>
              </a:extLst>
            </p:cNvPr>
            <p:cNvCxnSpPr>
              <a:cxnSpLocks/>
              <a:stCxn id="61" idx="2"/>
              <a:endCxn id="68" idx="0"/>
            </p:cNvCxnSpPr>
            <p:nvPr/>
          </p:nvCxnSpPr>
          <p:spPr>
            <a:xfrm>
              <a:off x="6504409" y="2593177"/>
              <a:ext cx="694817" cy="1312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9DE7BE08-7303-FA0C-6693-CB29D7A06E50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284BFD44-2192-3A8E-82C2-F37D5CC61445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526AE7D9-4999-D3FA-12E0-B327AF5C7D2F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7D60B58C-88BA-C955-E775-CB9F0A109935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C5D040AD-340C-B717-2995-A55235FD91AE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E43C4D8B-9332-1FDB-F0C7-79D4C8871A30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FC35FBE7-0DBD-E128-7822-B027EED69A9D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53022872-CB1D-F8B3-C986-FD9D477A8B2E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F442BDAA-EBC6-0D17-8868-C9BA5A9C0E0C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2C6AC135-AD3C-BEE7-0284-2AB8AF1E25A3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F2BCD726-A08E-EC96-DAFF-5359C38ACB43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99BEB345-76EF-B4D5-A7EA-30F18634C793}"/>
                </a:ext>
              </a:extLst>
            </p:cNvPr>
            <p:cNvSpPr/>
            <p:nvPr/>
          </p:nvSpPr>
          <p:spPr>
            <a:xfrm>
              <a:off x="2969971" y="374500"/>
              <a:ext cx="367433" cy="3215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A6F5F90-4A0F-B681-EA78-0E1BDBFCF7DE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4015284-B4F0-368B-1C31-06CD64580679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D3C7DB3-CB4C-5F73-34C2-97B71807229E}"/>
                </a:ext>
              </a:extLst>
            </p:cNvPr>
            <p:cNvSpPr/>
            <p:nvPr/>
          </p:nvSpPr>
          <p:spPr>
            <a:xfrm>
              <a:off x="5930888" y="625786"/>
              <a:ext cx="315016" cy="22515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A03C8FA-76CF-6BBE-00C3-0B8F90CA2DE2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0D0A09D6-1576-6D1A-AD24-666EEC8DD5E1}"/>
                </a:ext>
              </a:extLst>
            </p:cNvPr>
            <p:cNvSpPr/>
            <p:nvPr/>
          </p:nvSpPr>
          <p:spPr>
            <a:xfrm>
              <a:off x="6645151" y="1745980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08A0B235-F358-AE58-B18D-CC10CD31FD0D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256F38A7-2600-431B-C7D0-9AE925413CEB}"/>
                </a:ext>
              </a:extLst>
            </p:cNvPr>
            <p:cNvSpPr/>
            <p:nvPr/>
          </p:nvSpPr>
          <p:spPr>
            <a:xfrm>
              <a:off x="6834095" y="3001961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A6859E66-4D6D-AB4A-4216-9B825DE34FEA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6E88776-C3E9-71DB-5915-8FEBBAA84DFD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9EC156F6-36DC-2144-CECB-6361DF2BE74C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CE80E88C-9C49-1509-676B-CE2B2818BE7E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C52C184-6BFC-F99F-7538-C1C87B861408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5D19E9A3-1307-EB34-89BF-6C9F633E11F6}"/>
                </a:ext>
              </a:extLst>
            </p:cNvPr>
            <p:cNvSpPr/>
            <p:nvPr/>
          </p:nvSpPr>
          <p:spPr>
            <a:xfrm>
              <a:off x="4607444" y="1203370"/>
              <a:ext cx="261255" cy="73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654DD056-B2BE-994E-6AEB-0C078B966C78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9E6D2DD5-F4B5-C1C9-65BF-8F0372B1A3A4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194BA0B1-39E8-05EC-8BBD-5F72368CFE0E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C5C1FAC8-FB04-F5B3-0AC4-EA944FCE986C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051DB422-424A-A462-23B8-B10670E1E531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5A8D4104-5DB6-6930-47F9-62FAA43FA228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780F907F-FE64-E3E3-C8E6-48D6C7ED2C13}"/>
              </a:ext>
            </a:extLst>
          </p:cNvPr>
          <p:cNvCxnSpPr>
            <a:stCxn id="60" idx="5"/>
            <a:endCxn id="69" idx="2"/>
          </p:cNvCxnSpPr>
          <p:nvPr/>
        </p:nvCxnSpPr>
        <p:spPr>
          <a:xfrm>
            <a:off x="1761053" y="803471"/>
            <a:ext cx="4835105" cy="477286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64778F8-FEEE-F17E-39F4-170B23CF7064}"/>
              </a:ext>
            </a:extLst>
          </p:cNvPr>
          <p:cNvSpPr/>
          <p:nvPr/>
        </p:nvSpPr>
        <p:spPr>
          <a:xfrm>
            <a:off x="5373267" y="1019439"/>
            <a:ext cx="430157" cy="1060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16C06C3-3DF2-1115-0F8F-F5863C51CFE7}"/>
              </a:ext>
            </a:extLst>
          </p:cNvPr>
          <p:cNvSpPr/>
          <p:nvPr/>
        </p:nvSpPr>
        <p:spPr>
          <a:xfrm>
            <a:off x="888437" y="5548162"/>
            <a:ext cx="4121082" cy="8359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 → B → D → C → 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→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= 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5393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CCFD-E9F4-D408-DE4F-0FDF9827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33CE9AA6-389D-3650-CBFD-CE6916680AE3}"/>
              </a:ext>
            </a:extLst>
          </p:cNvPr>
          <p:cNvGrpSpPr/>
          <p:nvPr/>
        </p:nvGrpSpPr>
        <p:grpSpPr>
          <a:xfrm>
            <a:off x="350965" y="374500"/>
            <a:ext cx="7113150" cy="4973939"/>
            <a:chOff x="354812" y="374500"/>
            <a:chExt cx="7113150" cy="4973939"/>
          </a:xfrm>
        </p:grpSpPr>
        <p:sp>
          <p:nvSpPr>
            <p:cNvPr id="60" name="Овал 59">
              <a:extLst>
                <a:ext uri="{FF2B5EF4-FFF2-40B4-BE49-F238E27FC236}">
                  <a16:creationId xmlns:a16="http://schemas.microsoft.com/office/drawing/2014/main" id="{603DC57B-09DA-F763-4157-81954C845227}"/>
                </a:ext>
              </a:extLst>
            </p:cNvPr>
            <p:cNvSpPr/>
            <p:nvPr/>
          </p:nvSpPr>
          <p:spPr>
            <a:xfrm>
              <a:off x="1306139" y="374500"/>
              <a:ext cx="537472" cy="502571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А</a:t>
              </a:r>
            </a:p>
          </p:txBody>
        </p:sp>
        <p:sp>
          <p:nvSpPr>
            <p:cNvPr id="61" name="Овал 60">
              <a:extLst>
                <a:ext uri="{FF2B5EF4-FFF2-40B4-BE49-F238E27FC236}">
                  <a16:creationId xmlns:a16="http://schemas.microsoft.com/office/drawing/2014/main" id="{57136D9A-C630-ACF4-F920-499AA17E9F42}"/>
                </a:ext>
              </a:extLst>
            </p:cNvPr>
            <p:cNvSpPr/>
            <p:nvPr/>
          </p:nvSpPr>
          <p:spPr>
            <a:xfrm>
              <a:off x="6504409" y="234189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ru-RU" dirty="0"/>
            </a:p>
          </p:txBody>
        </p:sp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7B094288-294E-B701-D8A0-E53E3A3F54F4}"/>
                </a:ext>
              </a:extLst>
            </p:cNvPr>
            <p:cNvSpPr/>
            <p:nvPr/>
          </p:nvSpPr>
          <p:spPr>
            <a:xfrm>
              <a:off x="4839642" y="4845868"/>
              <a:ext cx="537472" cy="502571"/>
            </a:xfrm>
            <a:prstGeom prst="ellipse">
              <a:avLst/>
            </a:prstGeom>
            <a:solidFill>
              <a:srgbClr val="4E67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  <a:endParaRPr lang="ru-RU" dirty="0"/>
            </a:p>
          </p:txBody>
        </p: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CCF363E4-D43A-A541-98D4-5D74AA8A08E2}"/>
                </a:ext>
              </a:extLst>
            </p:cNvPr>
            <p:cNvSpPr/>
            <p:nvPr/>
          </p:nvSpPr>
          <p:spPr>
            <a:xfrm>
              <a:off x="3192534" y="226266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ru-RU" dirty="0"/>
            </a:p>
          </p:txBody>
        </p:sp>
        <p:sp>
          <p:nvSpPr>
            <p:cNvPr id="64" name="Овал 63">
              <a:extLst>
                <a:ext uri="{FF2B5EF4-FFF2-40B4-BE49-F238E27FC236}">
                  <a16:creationId xmlns:a16="http://schemas.microsoft.com/office/drawing/2014/main" id="{ADFC5039-E68E-3F9E-A83C-E6E33DABCA95}"/>
                </a:ext>
              </a:extLst>
            </p:cNvPr>
            <p:cNvSpPr/>
            <p:nvPr/>
          </p:nvSpPr>
          <p:spPr>
            <a:xfrm>
              <a:off x="354812" y="228751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ru-RU" b="1" dirty="0"/>
            </a:p>
          </p:txBody>
        </p:sp>
        <p:sp>
          <p:nvSpPr>
            <p:cNvPr id="66" name="Овал 65">
              <a:extLst>
                <a:ext uri="{FF2B5EF4-FFF2-40B4-BE49-F238E27FC236}">
                  <a16:creationId xmlns:a16="http://schemas.microsoft.com/office/drawing/2014/main" id="{0FDB4D5A-F710-9804-0C9D-0D3BAD202B7F}"/>
                </a:ext>
              </a:extLst>
            </p:cNvPr>
            <p:cNvSpPr/>
            <p:nvPr/>
          </p:nvSpPr>
          <p:spPr>
            <a:xfrm>
              <a:off x="2157136" y="38322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J</a:t>
              </a:r>
              <a:endParaRPr lang="ru-RU" dirty="0"/>
            </a:p>
          </p:txBody>
        </p:sp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B4EE4AE8-50C9-7B8A-A26D-7C8F5D81400D}"/>
                </a:ext>
              </a:extLst>
            </p:cNvPr>
            <p:cNvSpPr/>
            <p:nvPr/>
          </p:nvSpPr>
          <p:spPr>
            <a:xfrm>
              <a:off x="4938628" y="3632514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  <a:endParaRPr lang="ru-RU" dirty="0"/>
            </a:p>
          </p:txBody>
        </p:sp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400A0921-FDE0-22D7-3CE1-3FDED3483585}"/>
                </a:ext>
              </a:extLst>
            </p:cNvPr>
            <p:cNvSpPr/>
            <p:nvPr/>
          </p:nvSpPr>
          <p:spPr>
            <a:xfrm>
              <a:off x="6930490" y="3905836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  <a:endParaRPr lang="ru-RU" dirty="0"/>
            </a:p>
          </p:txBody>
        </p:sp>
        <p:sp>
          <p:nvSpPr>
            <p:cNvPr id="69" name="Овал 68">
              <a:extLst>
                <a:ext uri="{FF2B5EF4-FFF2-40B4-BE49-F238E27FC236}">
                  <a16:creationId xmlns:a16="http://schemas.microsoft.com/office/drawing/2014/main" id="{E8467BB9-D708-0EBA-DD06-CA3459102450}"/>
                </a:ext>
              </a:extLst>
            </p:cNvPr>
            <p:cNvSpPr/>
            <p:nvPr/>
          </p:nvSpPr>
          <p:spPr>
            <a:xfrm>
              <a:off x="6600005" y="1029471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F49A4967-C3DF-770B-28D1-09DB9557B0C7}"/>
                </a:ext>
              </a:extLst>
            </p:cNvPr>
            <p:cNvSpPr/>
            <p:nvPr/>
          </p:nvSpPr>
          <p:spPr>
            <a:xfrm>
              <a:off x="5472127" y="2596037"/>
              <a:ext cx="537472" cy="50257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ru-RU" dirty="0"/>
            </a:p>
          </p:txBody>
        </p: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DD920FAC-0DFB-FFDA-0618-72A1BD99D1EB}"/>
                </a:ext>
              </a:extLst>
            </p:cNvPr>
            <p:cNvCxnSpPr>
              <a:cxnSpLocks/>
              <a:stCxn id="60" idx="5"/>
              <a:endCxn id="64" idx="7"/>
            </p:cNvCxnSpPr>
            <p:nvPr/>
          </p:nvCxnSpPr>
          <p:spPr>
            <a:xfrm flipH="1">
              <a:off x="813573" y="803471"/>
              <a:ext cx="951327" cy="15576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>
              <a:extLst>
                <a:ext uri="{FF2B5EF4-FFF2-40B4-BE49-F238E27FC236}">
                  <a16:creationId xmlns:a16="http://schemas.microsoft.com/office/drawing/2014/main" id="{9D6FC43B-ACE9-22A1-2894-905601CE7618}"/>
                </a:ext>
              </a:extLst>
            </p:cNvPr>
            <p:cNvCxnSpPr>
              <a:cxnSpLocks/>
              <a:stCxn id="64" idx="7"/>
              <a:endCxn id="63" idx="2"/>
            </p:cNvCxnSpPr>
            <p:nvPr/>
          </p:nvCxnSpPr>
          <p:spPr>
            <a:xfrm>
              <a:off x="813573" y="2361117"/>
              <a:ext cx="2378961" cy="15283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AB1E6034-F7F6-1A27-25BC-7BBD818D1CE3}"/>
                </a:ext>
              </a:extLst>
            </p:cNvPr>
            <p:cNvCxnSpPr>
              <a:cxnSpLocks/>
              <a:stCxn id="63" idx="6"/>
              <a:endCxn id="70" idx="2"/>
            </p:cNvCxnSpPr>
            <p:nvPr/>
          </p:nvCxnSpPr>
          <p:spPr>
            <a:xfrm>
              <a:off x="3730006" y="2513947"/>
              <a:ext cx="1742121" cy="3333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Прямая соединительная линия 78">
              <a:extLst>
                <a:ext uri="{FF2B5EF4-FFF2-40B4-BE49-F238E27FC236}">
                  <a16:creationId xmlns:a16="http://schemas.microsoft.com/office/drawing/2014/main" id="{9EB34A40-BAF4-A13C-F516-9BEBC0A24081}"/>
                </a:ext>
              </a:extLst>
            </p:cNvPr>
            <p:cNvCxnSpPr>
              <a:cxnSpLocks/>
              <a:stCxn id="61" idx="2"/>
              <a:endCxn id="70" idx="7"/>
            </p:cNvCxnSpPr>
            <p:nvPr/>
          </p:nvCxnSpPr>
          <p:spPr>
            <a:xfrm flipH="1">
              <a:off x="5930888" y="2593177"/>
              <a:ext cx="573521" cy="76460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Прямая соединительная линия 79">
              <a:extLst>
                <a:ext uri="{FF2B5EF4-FFF2-40B4-BE49-F238E27FC236}">
                  <a16:creationId xmlns:a16="http://schemas.microsoft.com/office/drawing/2014/main" id="{6276EFE1-3068-CEBD-92EA-AD41294ECABA}"/>
                </a:ext>
              </a:extLst>
            </p:cNvPr>
            <p:cNvCxnSpPr>
              <a:cxnSpLocks/>
              <a:stCxn id="61" idx="2"/>
              <a:endCxn id="68" idx="0"/>
            </p:cNvCxnSpPr>
            <p:nvPr/>
          </p:nvCxnSpPr>
          <p:spPr>
            <a:xfrm>
              <a:off x="6504409" y="2593177"/>
              <a:ext cx="694817" cy="13126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Прямая соединительная линия 80">
              <a:extLst>
                <a:ext uri="{FF2B5EF4-FFF2-40B4-BE49-F238E27FC236}">
                  <a16:creationId xmlns:a16="http://schemas.microsoft.com/office/drawing/2014/main" id="{1307379A-1909-59AB-8459-493577AFB52B}"/>
                </a:ext>
              </a:extLst>
            </p:cNvPr>
            <p:cNvCxnSpPr>
              <a:cxnSpLocks/>
              <a:stCxn id="61" idx="2"/>
              <a:endCxn id="69" idx="2"/>
            </p:cNvCxnSpPr>
            <p:nvPr/>
          </p:nvCxnSpPr>
          <p:spPr>
            <a:xfrm flipV="1">
              <a:off x="6504409" y="1280757"/>
              <a:ext cx="95596" cy="131242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Прямая соединительная линия 81">
              <a:extLst>
                <a:ext uri="{FF2B5EF4-FFF2-40B4-BE49-F238E27FC236}">
                  <a16:creationId xmlns:a16="http://schemas.microsoft.com/office/drawing/2014/main" id="{A16DE065-179C-49A6-529D-5C0AFE0E75CB}"/>
                </a:ext>
              </a:extLst>
            </p:cNvPr>
            <p:cNvCxnSpPr>
              <a:cxnSpLocks/>
              <a:stCxn id="67" idx="7"/>
              <a:endCxn id="70" idx="2"/>
            </p:cNvCxnSpPr>
            <p:nvPr/>
          </p:nvCxnSpPr>
          <p:spPr>
            <a:xfrm flipV="1">
              <a:off x="5397389" y="2847323"/>
              <a:ext cx="74738" cy="85879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Прямая соединительная линия 82">
              <a:extLst>
                <a:ext uri="{FF2B5EF4-FFF2-40B4-BE49-F238E27FC236}">
                  <a16:creationId xmlns:a16="http://schemas.microsoft.com/office/drawing/2014/main" id="{CEA4F8E9-C60A-391D-17A8-69C8D7CC10FF}"/>
                </a:ext>
              </a:extLst>
            </p:cNvPr>
            <p:cNvCxnSpPr>
              <a:cxnSpLocks/>
              <a:stCxn id="67" idx="2"/>
              <a:endCxn id="66" idx="5"/>
            </p:cNvCxnSpPr>
            <p:nvPr/>
          </p:nvCxnSpPr>
          <p:spPr>
            <a:xfrm flipH="1">
              <a:off x="2615897" y="3883800"/>
              <a:ext cx="2322731" cy="37740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4ACF9EFB-FCDE-6ABE-26B8-C409AE751A84}"/>
                </a:ext>
              </a:extLst>
            </p:cNvPr>
            <p:cNvCxnSpPr>
              <a:cxnSpLocks/>
              <a:stCxn id="68" idx="2"/>
              <a:endCxn id="62" idx="6"/>
            </p:cNvCxnSpPr>
            <p:nvPr/>
          </p:nvCxnSpPr>
          <p:spPr>
            <a:xfrm flipH="1">
              <a:off x="5377114" y="4157122"/>
              <a:ext cx="1553376" cy="94003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Прямая соединительная линия 84">
              <a:extLst>
                <a:ext uri="{FF2B5EF4-FFF2-40B4-BE49-F238E27FC236}">
                  <a16:creationId xmlns:a16="http://schemas.microsoft.com/office/drawing/2014/main" id="{7D780814-5A30-C8D9-58F7-55ACC7B6DBE6}"/>
                </a:ext>
              </a:extLst>
            </p:cNvPr>
            <p:cNvCxnSpPr>
              <a:cxnSpLocks/>
              <a:stCxn id="66" idx="5"/>
              <a:endCxn id="62" idx="2"/>
            </p:cNvCxnSpPr>
            <p:nvPr/>
          </p:nvCxnSpPr>
          <p:spPr>
            <a:xfrm>
              <a:off x="2615897" y="4261207"/>
              <a:ext cx="2223745" cy="83594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Прямая соединительная линия 85">
              <a:extLst>
                <a:ext uri="{FF2B5EF4-FFF2-40B4-BE49-F238E27FC236}">
                  <a16:creationId xmlns:a16="http://schemas.microsoft.com/office/drawing/2014/main" id="{D1C1BBB3-994C-0D78-28F9-5F43AAE13082}"/>
                </a:ext>
              </a:extLst>
            </p:cNvPr>
            <p:cNvCxnSpPr>
              <a:cxnSpLocks/>
              <a:stCxn id="60" idx="5"/>
              <a:endCxn id="63" idx="2"/>
            </p:cNvCxnSpPr>
            <p:nvPr/>
          </p:nvCxnSpPr>
          <p:spPr>
            <a:xfrm>
              <a:off x="1764900" y="803471"/>
              <a:ext cx="1427634" cy="171047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>
              <a:extLst>
                <a:ext uri="{FF2B5EF4-FFF2-40B4-BE49-F238E27FC236}">
                  <a16:creationId xmlns:a16="http://schemas.microsoft.com/office/drawing/2014/main" id="{B0EFD7A6-DF9E-D7AB-3DDB-DAD99EF00F1E}"/>
                </a:ext>
              </a:extLst>
            </p:cNvPr>
            <p:cNvCxnSpPr>
              <a:cxnSpLocks/>
              <a:stCxn id="64" idx="7"/>
              <a:endCxn id="69" idx="2"/>
            </p:cNvCxnSpPr>
            <p:nvPr/>
          </p:nvCxnSpPr>
          <p:spPr>
            <a:xfrm flipV="1">
              <a:off x="813573" y="1280757"/>
              <a:ext cx="5786432" cy="108036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>
              <a:extLst>
                <a:ext uri="{FF2B5EF4-FFF2-40B4-BE49-F238E27FC236}">
                  <a16:creationId xmlns:a16="http://schemas.microsoft.com/office/drawing/2014/main" id="{4E3106F8-6528-DC82-7953-650E2E9F441E}"/>
                </a:ext>
              </a:extLst>
            </p:cNvPr>
            <p:cNvCxnSpPr>
              <a:cxnSpLocks/>
              <a:stCxn id="63" idx="6"/>
              <a:endCxn id="69" idx="2"/>
            </p:cNvCxnSpPr>
            <p:nvPr/>
          </p:nvCxnSpPr>
          <p:spPr>
            <a:xfrm flipV="1">
              <a:off x="3730006" y="1280757"/>
              <a:ext cx="2869999" cy="1233190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Прямая соединительная линия 88">
              <a:extLst>
                <a:ext uri="{FF2B5EF4-FFF2-40B4-BE49-F238E27FC236}">
                  <a16:creationId xmlns:a16="http://schemas.microsoft.com/office/drawing/2014/main" id="{159B0E8B-9893-026A-FC80-FE245D3FA279}"/>
                </a:ext>
              </a:extLst>
            </p:cNvPr>
            <p:cNvCxnSpPr>
              <a:cxnSpLocks/>
              <a:stCxn id="69" idx="2"/>
              <a:endCxn id="70" idx="7"/>
            </p:cNvCxnSpPr>
            <p:nvPr/>
          </p:nvCxnSpPr>
          <p:spPr>
            <a:xfrm flipH="1">
              <a:off x="5930888" y="1280757"/>
              <a:ext cx="669117" cy="13888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Прямая соединительная линия 107">
              <a:extLst>
                <a:ext uri="{FF2B5EF4-FFF2-40B4-BE49-F238E27FC236}">
                  <a16:creationId xmlns:a16="http://schemas.microsoft.com/office/drawing/2014/main" id="{E342A166-B907-077A-538D-1E30C51AEF20}"/>
                </a:ext>
              </a:extLst>
            </p:cNvPr>
            <p:cNvCxnSpPr>
              <a:cxnSpLocks/>
              <a:stCxn id="67" idx="7"/>
              <a:endCxn id="68" idx="2"/>
            </p:cNvCxnSpPr>
            <p:nvPr/>
          </p:nvCxnSpPr>
          <p:spPr>
            <a:xfrm>
              <a:off x="5397389" y="3706114"/>
              <a:ext cx="1533101" cy="451008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229D3929-669D-2036-1397-A804C11360E9}"/>
                </a:ext>
              </a:extLst>
            </p:cNvPr>
            <p:cNvSpPr/>
            <p:nvPr/>
          </p:nvSpPr>
          <p:spPr>
            <a:xfrm>
              <a:off x="944958" y="1340130"/>
              <a:ext cx="321826" cy="30664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D0FAC251-3288-C7BD-834F-4BEA185435D4}"/>
                </a:ext>
              </a:extLst>
            </p:cNvPr>
            <p:cNvSpPr/>
            <p:nvPr/>
          </p:nvSpPr>
          <p:spPr>
            <a:xfrm>
              <a:off x="3159771" y="1019439"/>
              <a:ext cx="363146" cy="23646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645EC65-36B8-C8A4-6F86-EA2A0729E522}"/>
                </a:ext>
              </a:extLst>
            </p:cNvPr>
            <p:cNvSpPr/>
            <p:nvPr/>
          </p:nvSpPr>
          <p:spPr>
            <a:xfrm>
              <a:off x="1901952" y="2513947"/>
              <a:ext cx="294349" cy="2996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6D0BEE8-8957-A9FF-6BE1-B49E3D943650}"/>
                </a:ext>
              </a:extLst>
            </p:cNvPr>
            <p:cNvSpPr/>
            <p:nvPr/>
          </p:nvSpPr>
          <p:spPr>
            <a:xfrm>
              <a:off x="4359859" y="2765232"/>
              <a:ext cx="348722" cy="25085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7C998E5-3EE6-A908-DB21-B0B51ED2D53E}"/>
                </a:ext>
              </a:extLst>
            </p:cNvPr>
            <p:cNvSpPr/>
            <p:nvPr/>
          </p:nvSpPr>
          <p:spPr>
            <a:xfrm>
              <a:off x="6645151" y="1745980"/>
              <a:ext cx="167631" cy="33017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25F0AE2-9969-605F-269B-4006BB10E459}"/>
                </a:ext>
              </a:extLst>
            </p:cNvPr>
            <p:cNvSpPr/>
            <p:nvPr/>
          </p:nvSpPr>
          <p:spPr>
            <a:xfrm>
              <a:off x="5262250" y="3203543"/>
              <a:ext cx="153449" cy="180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0CD72D4-86B5-3B1C-CC9A-0D00E30FE545}"/>
                </a:ext>
              </a:extLst>
            </p:cNvPr>
            <p:cNvSpPr/>
            <p:nvPr/>
          </p:nvSpPr>
          <p:spPr>
            <a:xfrm>
              <a:off x="6834095" y="3001961"/>
              <a:ext cx="258150" cy="25314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ABE9871-26DE-DFE8-FA6B-C82BAE858F3E}"/>
                </a:ext>
              </a:extLst>
            </p:cNvPr>
            <p:cNvSpPr/>
            <p:nvPr/>
          </p:nvSpPr>
          <p:spPr>
            <a:xfrm>
              <a:off x="3593742" y="3817091"/>
              <a:ext cx="367040" cy="14754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3378072-DEC1-2D74-4407-628D197D953B}"/>
                </a:ext>
              </a:extLst>
            </p:cNvPr>
            <p:cNvSpPr/>
            <p:nvPr/>
          </p:nvSpPr>
          <p:spPr>
            <a:xfrm>
              <a:off x="6504409" y="4659782"/>
              <a:ext cx="268736" cy="1010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8B1B49C-62AD-AC39-5320-1F4218FAAEE0}"/>
                </a:ext>
              </a:extLst>
            </p:cNvPr>
            <p:cNvSpPr/>
            <p:nvPr/>
          </p:nvSpPr>
          <p:spPr>
            <a:xfrm>
              <a:off x="3192534" y="4659782"/>
              <a:ext cx="537472" cy="389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DD68D16-ABE8-63CE-A1A4-53DFA227CB54}"/>
                </a:ext>
              </a:extLst>
            </p:cNvPr>
            <p:cNvSpPr/>
            <p:nvPr/>
          </p:nvSpPr>
          <p:spPr>
            <a:xfrm>
              <a:off x="1907856" y="1211286"/>
              <a:ext cx="237716" cy="20372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878E441-0FC5-6291-4EEB-B5B6427565AA}"/>
                </a:ext>
              </a:extLst>
            </p:cNvPr>
            <p:cNvSpPr/>
            <p:nvPr/>
          </p:nvSpPr>
          <p:spPr>
            <a:xfrm>
              <a:off x="3461270" y="1532042"/>
              <a:ext cx="268736" cy="1724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846CE87-EA53-F6C1-2F43-1B28509E2AF0}"/>
                </a:ext>
              </a:extLst>
            </p:cNvPr>
            <p:cNvSpPr/>
            <p:nvPr/>
          </p:nvSpPr>
          <p:spPr>
            <a:xfrm>
              <a:off x="5216624" y="1968386"/>
              <a:ext cx="432294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069B8355-70CC-512B-E79D-52D51D5766CB}"/>
                </a:ext>
              </a:extLst>
            </p:cNvPr>
            <p:cNvSpPr/>
            <p:nvPr/>
          </p:nvSpPr>
          <p:spPr>
            <a:xfrm>
              <a:off x="6062533" y="1942485"/>
              <a:ext cx="157506" cy="13245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B3DDA8A-BEE2-ADCB-14C5-CC38F407B6B0}"/>
                </a:ext>
              </a:extLst>
            </p:cNvPr>
            <p:cNvSpPr/>
            <p:nvPr/>
          </p:nvSpPr>
          <p:spPr>
            <a:xfrm>
              <a:off x="6104085" y="2405424"/>
              <a:ext cx="313980" cy="14391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ru-RU" dirty="0"/>
            </a:p>
          </p:txBody>
        </p: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357EAC9C-5DD4-863C-2C34-2421CC4EE443}"/>
                </a:ext>
              </a:extLst>
            </p:cNvPr>
            <p:cNvCxnSpPr>
              <a:cxnSpLocks/>
              <a:stCxn id="67" idx="7"/>
              <a:endCxn id="61" idx="2"/>
            </p:cNvCxnSpPr>
            <p:nvPr/>
          </p:nvCxnSpPr>
          <p:spPr>
            <a:xfrm flipV="1">
              <a:off x="5397389" y="2593177"/>
              <a:ext cx="1107020" cy="1112937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2850E56-9944-1A79-17BA-6B28B5965457}"/>
                </a:ext>
              </a:extLst>
            </p:cNvPr>
            <p:cNvSpPr/>
            <p:nvPr/>
          </p:nvSpPr>
          <p:spPr>
            <a:xfrm>
              <a:off x="5962037" y="3189614"/>
              <a:ext cx="222005" cy="13098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2</a:t>
              </a:r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59FB811-8B59-41A2-F1BF-97EDEB15BBAF}"/>
                </a:ext>
              </a:extLst>
            </p:cNvPr>
            <p:cNvSpPr/>
            <p:nvPr/>
          </p:nvSpPr>
          <p:spPr>
            <a:xfrm>
              <a:off x="5930888" y="4045306"/>
              <a:ext cx="379513" cy="31153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</p:grp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A6E1834-F4E3-269F-9564-8DC61826533D}"/>
              </a:ext>
            </a:extLst>
          </p:cNvPr>
          <p:cNvCxnSpPr>
            <a:cxnSpLocks/>
            <a:stCxn id="60" idx="5"/>
            <a:endCxn id="69" idx="2"/>
          </p:cNvCxnSpPr>
          <p:nvPr/>
        </p:nvCxnSpPr>
        <p:spPr>
          <a:xfrm>
            <a:off x="1761053" y="803471"/>
            <a:ext cx="4835105" cy="477286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EA921A6-F97C-64D2-74B6-CE5F6A6F6806}"/>
              </a:ext>
            </a:extLst>
          </p:cNvPr>
          <p:cNvSpPr/>
          <p:nvPr/>
        </p:nvSpPr>
        <p:spPr>
          <a:xfrm>
            <a:off x="888437" y="5548162"/>
            <a:ext cx="4121082" cy="8359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 → B → D →  E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→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</a:t>
            </a:r>
            <a:r>
              <a:rPr lang="ru-RU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 = </a:t>
            </a:r>
            <a:r>
              <a:rPr lang="en-US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10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088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31"/>
          </p:nvPr>
        </p:nvSpPr>
        <p:spPr>
          <a:xfrm>
            <a:off x="3305669" y="1769401"/>
            <a:ext cx="7420819" cy="2299360"/>
          </a:xfrm>
        </p:spPr>
        <p:txBody>
          <a:bodyPr/>
          <a:lstStyle/>
          <a:p>
            <a:r>
              <a:rPr lang="ru-RU" b="0" i="0" dirty="0">
                <a:effectLst/>
                <a:latin typeface="Roboto" panose="02000000000000000000" pitchFamily="2" charset="0"/>
              </a:rPr>
              <a:t>В этой работе рассмотрены проблемы графов с алгоритмами, визуализациями и сравнениями. Успешное нахождение </a:t>
            </a:r>
            <a:r>
              <a:rPr lang="ru-RU" b="0" i="0" dirty="0" err="1">
                <a:effectLst/>
                <a:latin typeface="Roboto" panose="02000000000000000000" pitchFamily="2" charset="0"/>
              </a:rPr>
              <a:t>остовного</a:t>
            </a:r>
            <a:r>
              <a:rPr lang="ru-RU" b="0" i="0" dirty="0">
                <a:effectLst/>
                <a:latin typeface="Roboto" panose="02000000000000000000" pitchFamily="2" charset="0"/>
              </a:rPr>
              <a:t> дерева, кратчайших путей, обходов и задач коммивояжёра имеет важное значение в различных практических применениях.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844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00A68A-B4A1-5DE1-202F-10147DB5E8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6" b="1762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63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715</TotalTime>
  <Words>1692</Words>
  <Application>Microsoft Office PowerPoint</Application>
  <PresentationFormat>Широкоэкранный</PresentationFormat>
  <Paragraphs>360</Paragraphs>
  <Slides>20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Calibri</vt:lpstr>
      <vt:lpstr>Century Gothic</vt:lpstr>
      <vt:lpstr>Inter</vt:lpstr>
      <vt:lpstr>Roboto</vt:lpstr>
      <vt:lpstr>Times New Roman</vt:lpstr>
      <vt:lpstr>var(--font-family-monospace)</vt:lpstr>
      <vt:lpstr>Wingdings 2</vt:lpstr>
      <vt:lpstr>Цитаты</vt:lpstr>
      <vt:lpstr>Презентация PowerPoint</vt:lpstr>
      <vt:lpstr>пРОБЛЕМА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Построение графовой модели</dc:title>
  <dc:creator>Z0nik2 |</dc:creator>
  <cp:lastModifiedBy>Z0nik2 |</cp:lastModifiedBy>
  <cp:revision>31</cp:revision>
  <dcterms:created xsi:type="dcterms:W3CDTF">2024-11-15T06:50:35Z</dcterms:created>
  <dcterms:modified xsi:type="dcterms:W3CDTF">2024-12-07T03:09:28Z</dcterms:modified>
</cp:coreProperties>
</file>